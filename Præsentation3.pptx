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5"/>
  </p:notesMasterIdLst>
  <p:handoutMasterIdLst>
    <p:handoutMasterId r:id="rId6"/>
  </p:handoutMasterIdLst>
  <p:sldIdLst>
    <p:sldId id="441" r:id="rId2"/>
    <p:sldId id="450" r:id="rId3"/>
    <p:sldId id="45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79" autoAdjust="0"/>
    <p:restoredTop sz="96327" autoAdjust="0"/>
  </p:normalViewPr>
  <p:slideViewPr>
    <p:cSldViewPr snapToGrid="0" showGuides="1">
      <p:cViewPr varScale="1">
        <p:scale>
          <a:sx n="112" d="100"/>
          <a:sy n="112" d="100"/>
        </p:scale>
        <p:origin x="834" y="96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76898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22-04-2026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270F0-8F8E-46A3-BFFE-96163F9D413B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pPr/>
              <a:t>1</a:t>
            </a:fld>
            <a:endParaRPr lang="da-DK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A49827-CE52-FD4B-8399-162D5E1DD0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55F9F9FB-61AF-8548-83E5-79EB62A8C8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Seminar: Econometric Models in Financial Applications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2D5F85F-0777-314B-A8CB-A12F7D46B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b="0" dirty="0"/>
              <a:t>Jacob, Frederik og Jamie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218C83D-C112-3B45-B0BC-99E947581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a-DK" sz="3200" b="0" dirty="0" err="1"/>
              <a:t>Volatility</a:t>
            </a:r>
            <a:r>
              <a:rPr lang="da-DK" sz="3200" b="0" dirty="0"/>
              <a:t> and signal </a:t>
            </a:r>
            <a:r>
              <a:rPr lang="da-DK" sz="3200" b="0" dirty="0" err="1"/>
              <a:t>clustering</a:t>
            </a:r>
            <a:r>
              <a:rPr lang="da-DK" sz="3200" b="0" dirty="0"/>
              <a:t> for </a:t>
            </a:r>
            <a:r>
              <a:rPr lang="da-DK" sz="3200" b="0" dirty="0" err="1"/>
              <a:t>optimized</a:t>
            </a:r>
            <a:r>
              <a:rPr lang="da-DK" sz="3200" b="0" dirty="0"/>
              <a:t> asset </a:t>
            </a:r>
            <a:r>
              <a:rPr lang="da-DK" sz="3200" b="0" dirty="0" err="1"/>
              <a:t>allocation</a:t>
            </a:r>
            <a:endParaRPr lang="da-DK" sz="3200" b="0" dirty="0"/>
          </a:p>
        </p:txBody>
      </p:sp>
    </p:spTree>
    <p:extLst>
      <p:ext uri="{BB962C8B-B14F-4D97-AF65-F5344CB8AC3E}">
        <p14:creationId xmlns:p14="http://schemas.microsoft.com/office/powerpoint/2010/main" val="2609762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Introduction</a:t>
            </a:r>
            <a:endParaRPr lang="da-D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Data</a:t>
            </a:r>
          </a:p>
          <a:p>
            <a:r>
              <a:rPr lang="da-DK" dirty="0"/>
              <a:t>Clustering</a:t>
            </a:r>
          </a:p>
          <a:p>
            <a:r>
              <a:rPr lang="da-DK" dirty="0" err="1"/>
              <a:t>Markowitz</a:t>
            </a:r>
            <a:r>
              <a:rPr lang="da-DK" dirty="0"/>
              <a:t> regime </a:t>
            </a:r>
            <a:r>
              <a:rPr lang="da-DK" dirty="0" err="1"/>
              <a:t>weight</a:t>
            </a:r>
            <a:endParaRPr lang="da-DK" dirty="0"/>
          </a:p>
          <a:p>
            <a:r>
              <a:rPr lang="da-DK" dirty="0"/>
              <a:t>Dynamic regime </a:t>
            </a:r>
            <a:r>
              <a:rPr lang="da-DK" dirty="0" err="1"/>
              <a:t>weight</a:t>
            </a:r>
            <a:r>
              <a:rPr lang="da-DK" dirty="0"/>
              <a:t> </a:t>
            </a:r>
            <a:r>
              <a:rPr lang="da-DK" dirty="0" err="1"/>
              <a:t>selection</a:t>
            </a:r>
            <a:endParaRPr lang="da-DK" dirty="0"/>
          </a:p>
          <a:p>
            <a:endParaRPr lang="da-DK" dirty="0"/>
          </a:p>
          <a:p>
            <a:pPr marL="360363" lvl="1" indent="0">
              <a:buNone/>
            </a:pPr>
            <a:endParaRPr lang="da-DK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36AD3-41FF-C9D1-CA4D-0F2725B32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0F722C9-7148-F195-943E-157F620BC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Feature data: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E3BDEFB-178C-CD3A-FBC7-B8008CE9F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8F943848-5864-ABFC-3E8C-D2CBC32C7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1564843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16x9_DK_fuld (1)</Template>
  <TotalTime>363</TotalTime>
  <Words>42</Words>
  <Application>Microsoft Office PowerPoint</Application>
  <PresentationFormat>Widescreen</PresentationFormat>
  <Paragraphs>18</Paragraphs>
  <Slides>3</Slides>
  <Notes>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</vt:i4>
      </vt:variant>
    </vt:vector>
  </HeadingPairs>
  <TitlesOfParts>
    <vt:vector size="7" baseType="lpstr">
      <vt:lpstr>Arial</vt:lpstr>
      <vt:lpstr>Microsoft New Tai Lue</vt:lpstr>
      <vt:lpstr>Wingdings</vt:lpstr>
      <vt:lpstr>Brugerdefineret design</vt:lpstr>
      <vt:lpstr>PowerPoint-præsentation</vt:lpstr>
      <vt:lpstr>Introduction</vt:lpstr>
      <vt:lpstr>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Broman</dc:creator>
  <cp:lastModifiedBy>Jacob Broman</cp:lastModifiedBy>
  <cp:revision>3</cp:revision>
  <dcterms:created xsi:type="dcterms:W3CDTF">2026-04-21T12:40:18Z</dcterms:created>
  <dcterms:modified xsi:type="dcterms:W3CDTF">2026-04-22T11:04:31Z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