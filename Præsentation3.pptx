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5"/>
  </p:notesMasterIdLst>
  <p:handoutMasterIdLst>
    <p:handoutMasterId r:id="rId6"/>
  </p:handoutMasterIdLst>
  <p:sldIdLst>
    <p:sldId id="441" r:id="rId2"/>
    <p:sldId id="450" r:id="rId3"/>
    <p:sldId id="45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9" autoAdjust="0"/>
    <p:restoredTop sz="96327" autoAdjust="0"/>
  </p:normalViewPr>
  <p:slideViewPr>
    <p:cSldViewPr snapToGrid="0" showGuides="1">
      <p:cViewPr>
        <p:scale>
          <a:sx n="121" d="100"/>
          <a:sy n="121" d="100"/>
        </p:scale>
        <p:origin x="102" y="90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5" d="100"/>
          <a:sy n="115" d="100"/>
        </p:scale>
        <p:origin x="421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7689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059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image.ku.dk/shared/aZwD18034DnM3TYEw9XagEF6kxI6MLkV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1939100-E010-4143-9AE4-D4252D808A58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E5195FB-CC23-4662-BC95-6C4057FF490E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billede sto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9210F5A1-BA4C-C241-930B-E24AB0E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50C8D61-CF2F-4293-9A1F-6B0C79C373C6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4D99FEB-2FC3-4FA6-9F36-280592A4EBA0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255E55A-4CBD-4745-9CAA-603B15E40F2A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B7A-445E-4B32-AE33-AE6AFA618291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B346-6D22-4E2E-9D8A-0DE526CBF6C5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A84-DC5F-4F54-86C4-3A3F71268220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F1A1-6766-441F-9F00-E93D521E50F3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256D-1A02-4FDD-AA38-4D8490006FD4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0A4E1C7-F811-4F51-BDA9-17EBB9618420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bulletli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tilføj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2</a:t>
            </a:r>
          </a:p>
          <a:p>
            <a:pPr lvl="2"/>
            <a:r>
              <a:rPr lang="da-DK" dirty="0"/>
              <a:t>3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8259-92F1-4C32-A312-C73CE2167131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9C41-6576-A494-B4DF-8A34076DB9A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én bullet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5082-3ECA-430B-8AFE-6C0254841555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a-DK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Navn, kilde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2271-5E3D-4E06-BC0A-7C1022408CCC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93FE-D5FA-4E0E-8FFF-8F10D57A1EC1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da-DK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da-DK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76D0-1C54-4AA2-B3C6-9EDE760637A2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ADEF-11A6-3C5E-1BA5-4CA81A2F71C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9F3-EBEC-4665-8131-8E409DE99ADE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indsætte tekst...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da-DK" dirty="0"/>
              <a:t>...klik for at indsætte tekst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5C0B-FFD6-8BEB-537E-1AEDA679D666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B9D2-A192-42E6-9020-F3EAB57A6114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D2255-9E79-5D04-C4A9-288BF0CCD6B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9CB1-FD99-442F-B632-7502FA9A3C45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høj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6D48-5B3F-4C59-A9D8-68D0A39D6CD2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vens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AA0-42C1-41A7-86CE-BA2D8D2C2EF0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804492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073E-A784-466B-98E2-8BDE3F08A73A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277BB-5254-1D84-EA0B-F5AF633F0933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92E9-ED6E-4E2D-9447-0E7DB3FDA12F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B20F-CD30-3447-301A-903E5BC5BED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804492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7C1D-A477-4C13-845F-4C5AC4DEDF20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5C28F-4EA0-040C-C6B4-A14FC010CCCE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2DB-13B5-430F-8C6F-F11F20BF0D18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AF7-9740-8AD8-0C21-42A01D82832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EF25-ACCC-4F90-BF7A-77B4DDE7678A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27BB-AC18-C435-CD32-52483CA4B11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ørgsmål &amp; kommentar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B2A5-1DCC-48EA-93B7-A2D65B200BE6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da-DK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</a:rPr>
              <a:t>Brugerguide</a:t>
            </a:r>
            <a:r>
              <a:rPr lang="da-DK" baseline="0" dirty="0">
                <a:solidFill>
                  <a:schemeClr val="tx1"/>
                </a:solidFill>
              </a:rPr>
              <a:t> </a:t>
            </a:r>
            <a:r>
              <a:rPr lang="da-DK" sz="1800" baseline="0" dirty="0">
                <a:solidFill>
                  <a:schemeClr val="tx1"/>
                </a:solidFill>
              </a:rPr>
              <a:t>– </a:t>
            </a:r>
            <a:r>
              <a:rPr lang="da-DK" sz="1800" dirty="0">
                <a:solidFill>
                  <a:schemeClr val="tx1"/>
                </a:solidFill>
              </a:rPr>
              <a:t>Slet, før du færdiggør din</a:t>
            </a:r>
            <a:r>
              <a:rPr lang="da-DK" sz="1800" baseline="0" dirty="0">
                <a:solidFill>
                  <a:schemeClr val="tx1"/>
                </a:solidFill>
              </a:rPr>
              <a:t> </a:t>
            </a:r>
            <a:r>
              <a:rPr lang="da-DK" sz="1800" dirty="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åbner PowerPoint på din KU-pc, åbner en skabelon i 16:9-format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”fuld” eller ”lille”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 du bruger en ”fuld” version, skal du slette de dias, du ikke vil bruge.</a:t>
            </a: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Mac-brugere m.fl. kan hente PowerPoint-skabelonerne på</a:t>
            </a:r>
            <a:r>
              <a:rPr lang="da-DK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 på alle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eller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 placeres i højre side af den grå topbjælke.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da-DK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16:9-format via dette link:</a:t>
            </a:r>
            <a:b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da-DK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A96AD4B-435A-4D0A-87A0-F4000646B7B6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7A056A0C-BA80-48B5-9C35-4A96F80DBB77}" type="datetime1">
              <a:rPr lang="da-DK" smtClean="0"/>
              <a:t>21-04-2026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70F0-8F8E-46A3-BFFE-96163F9D413B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A49827-CE52-FD4B-8399-162D5E1DD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5F9F9FB-61AF-8548-83E5-79EB62A8C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D5F85F-0777-314B-A8CB-A12F7D46B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18C83D-C112-3B45-B0BC-99E947581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 b="0" dirty="0"/>
          </a:p>
        </p:txBody>
      </p:sp>
    </p:spTree>
    <p:extLst>
      <p:ext uri="{BB962C8B-B14F-4D97-AF65-F5344CB8AC3E}">
        <p14:creationId xmlns:p14="http://schemas.microsoft.com/office/powerpoint/2010/main" val="260976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5D791-CCB3-1E41-9275-846295D5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54480-C453-0249-AF66-494D6C87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716D6-12A9-6848-9732-186C35C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D22D-F364-4E9E-AF9D-75D698CDD634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EDD3-1818-064E-95C1-FCEF1BC9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957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36AD3-41FF-C9D1-CA4D-0F2725B3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F722C9-7148-F195-943E-157F620BC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3BDEFB-178C-CD3A-FBC7-B8008CE9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t>21-04-2026</a:t>
            </a:fld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F943848-5864-ABFC-3E8C-D2CBC32C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564843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DK_fuld.potx" id="{EB608739-D490-442D-AE39-76A4F2C80253}" vid="{F6657886-CEF1-49A4-9FC9-A572A9EA0F45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16x9_DK_fuld (1)</Template>
  <TotalTime>298</TotalTime>
  <Words>8</Words>
  <Application>Microsoft Office PowerPoint</Application>
  <PresentationFormat>Widescreen</PresentationFormat>
  <Paragraphs>8</Paragraphs>
  <Slides>3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7" baseType="lpstr">
      <vt:lpstr>Arial</vt:lpstr>
      <vt:lpstr>Microsoft New Tai Lue</vt:lpstr>
      <vt:lpstr>Wingdings</vt:lpstr>
      <vt:lpstr>Brugerdefineret design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Broman</dc:creator>
  <cp:lastModifiedBy>Jacob Broman</cp:lastModifiedBy>
  <cp:revision>1</cp:revision>
  <dcterms:created xsi:type="dcterms:W3CDTF">2026-04-21T12:40:18Z</dcterms:created>
  <dcterms:modified xsi:type="dcterms:W3CDTF">2026-04-21T17:39:09Z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