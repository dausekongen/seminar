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8" r:id="rId1"/>
  </p:sldMasterIdLst>
  <p:notesMasterIdLst>
    <p:notesMasterId r:id="rId5"/>
  </p:notesMasterIdLst>
  <p:handoutMasterIdLst>
    <p:handoutMasterId r:id="rId6"/>
  </p:handoutMasterIdLst>
  <p:sldIdLst>
    <p:sldId id="441" r:id="rId2"/>
    <p:sldId id="450" r:id="rId3"/>
    <p:sldId id="451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936">
          <p15:clr>
            <a:srgbClr val="A4A3A4"/>
          </p15:clr>
        </p15:guide>
        <p15:guide id="2" orient="horz" pos="391">
          <p15:clr>
            <a:srgbClr val="A4A3A4"/>
          </p15:clr>
        </p15:guide>
        <p15:guide id="3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079" autoAdjust="0"/>
    <p:restoredTop sz="96327" autoAdjust="0"/>
  </p:normalViewPr>
  <p:slideViewPr>
    <p:cSldViewPr snapToGrid="0" showGuides="1">
      <p:cViewPr varScale="1">
        <p:scale>
          <a:sx n="112" d="100"/>
          <a:sy n="112" d="100"/>
        </p:scale>
        <p:origin x="834" y="96"/>
      </p:cViewPr>
      <p:guideLst>
        <p:guide orient="horz" pos="936"/>
        <p:guide orient="horz" pos="391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115" d="100"/>
          <a:sy n="115" d="100"/>
        </p:scale>
        <p:origin x="4218" y="11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handoutMaster" Target="handoutMasters/handoutMaster1.xml"/><Relationship Id="rId5" Type="http://schemas.openxmlformats.org/officeDocument/2006/relationships/notesMaster" Target="notesMasters/notesMaster1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Pladsholder til dato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8F9E11-F642-4BF2-B4DC-AF7D35EA7551}" type="datetimeFigureOut">
              <a:rPr lang="en-GB" smtClean="0"/>
              <a:t>22/04/2026</a:t>
            </a:fld>
            <a:endParaRPr lang="en-GB"/>
          </a:p>
        </p:txBody>
      </p:sp>
      <p:sp>
        <p:nvSpPr>
          <p:cNvPr id="4" name="Pladsholder til sidefod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Pladsholder til slidenumm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A371A3-64EC-4735-8565-D99D78279674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9271417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72A38B-F9FA-4036-A084-652409E98F08}" type="datetimeFigureOut">
              <a:rPr lang="en-GB" smtClean="0"/>
              <a:t>22/04/2026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436F85-577F-4A92-A47F-D540A2BCC82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8091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1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5076898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2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1405944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3.png"/><Relationship Id="rId2" Type="http://schemas.openxmlformats.org/officeDocument/2006/relationships/hyperlink" Target="http://www.designguide.ku.dk/skabeloner/powerpoint/praesentationer/" TargetMode="External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hyperlink" Target="https://image.ku.dk/shared/aZwD18034DnM3TYEw9XagEF6kxI6MLkV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segl lill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7"/>
          <p:cNvSpPr/>
          <p:nvPr userDrawn="1"/>
        </p:nvSpPr>
        <p:spPr>
          <a:xfrm>
            <a:off x="0" y="0"/>
            <a:ext cx="12198350" cy="6858000"/>
          </a:xfrm>
          <a:prstGeom prst="rect">
            <a:avLst/>
          </a:prstGeom>
          <a:gradFill flip="none" rotWithShape="1">
            <a:gsLst>
              <a:gs pos="0">
                <a:srgbClr val="DDDDDD"/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661"/>
          <a:stretch/>
        </p:blipFill>
        <p:spPr>
          <a:xfrm>
            <a:off x="1733575" y="-6016"/>
            <a:ext cx="10465859" cy="6858000"/>
          </a:xfrm>
          <a:prstGeom prst="rect">
            <a:avLst/>
          </a:prstGeom>
        </p:spPr>
      </p:pic>
      <p:sp>
        <p:nvSpPr>
          <p:cNvPr id="22" name="Titel 2"/>
          <p:cNvSpPr>
            <a:spLocks noGrp="1"/>
          </p:cNvSpPr>
          <p:nvPr>
            <p:ph type="ctrTitle"/>
          </p:nvPr>
        </p:nvSpPr>
        <p:spPr>
          <a:xfrm>
            <a:off x="0" y="2271092"/>
            <a:ext cx="5959476" cy="3895200"/>
          </a:xfrm>
          <a:blipFill>
            <a:blip r:embed="rId3"/>
            <a:stretch>
              <a:fillRect/>
            </a:stretch>
          </a:blipFill>
        </p:spPr>
        <p:txBody>
          <a:bodyPr lIns="540000" tIns="468000" rIns="360000" bIns="2340000" anchor="b" anchorCtr="0">
            <a:noAutofit/>
          </a:bodyPr>
          <a:lstStyle>
            <a:lvl1pPr algn="l">
              <a:lnSpc>
                <a:spcPts val="4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da-DK" dirty="0"/>
          </a:p>
        </p:txBody>
      </p:sp>
      <p:sp>
        <p:nvSpPr>
          <p:cNvPr id="10" name="Titel 1"/>
          <p:cNvSpPr>
            <a:spLocks noGrp="1"/>
          </p:cNvSpPr>
          <p:nvPr>
            <p:ph type="body" sz="quarter" idx="14" hasCustomPrompt="1"/>
          </p:nvPr>
        </p:nvSpPr>
        <p:spPr>
          <a:xfrm>
            <a:off x="587375" y="2610941"/>
            <a:ext cx="4946649" cy="1109335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da-DK" dirty="0"/>
              <a:t>Klik for at tilføje titel</a:t>
            </a:r>
          </a:p>
        </p:txBody>
      </p:sp>
      <p:sp>
        <p:nvSpPr>
          <p:cNvPr id="15" name="Pladsholder til tekst 14"/>
          <p:cNvSpPr>
            <a:spLocks noGrp="1"/>
          </p:cNvSpPr>
          <p:nvPr>
            <p:ph type="body" sz="quarter" idx="13" hasCustomPrompt="1"/>
          </p:nvPr>
        </p:nvSpPr>
        <p:spPr>
          <a:xfrm>
            <a:off x="588963" y="4053600"/>
            <a:ext cx="4946649" cy="899766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da-DK" dirty="0"/>
              <a:t>Navn på oplægsholder, KU-enhed, sted og dato</a:t>
            </a:r>
          </a:p>
        </p:txBody>
      </p:sp>
      <p:sp>
        <p:nvSpPr>
          <p:cNvPr id="4" name="Pladsholder til dato 3" hidden="1"/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C1939100-E010-4143-9AE4-D4252D808A58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5" name="Pladsholder til sidefod 4" hidden="1"/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6" name="Pladsholder til slidenummer 5" hidden="1"/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6906823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segl sto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0"/>
            <a:ext cx="12198350" cy="6858000"/>
          </a:xfrm>
          <a:prstGeom prst="rect">
            <a:avLst/>
          </a:prstGeom>
          <a:gradFill flip="none" rotWithShape="1">
            <a:gsLst>
              <a:gs pos="0">
                <a:srgbClr val="DDDDDD"/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pic>
        <p:nvPicPr>
          <p:cNvPr id="7" name="Picture 8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661"/>
          <a:stretch/>
        </p:blipFill>
        <p:spPr>
          <a:xfrm>
            <a:off x="1733575" y="-6016"/>
            <a:ext cx="10465859" cy="6858000"/>
          </a:xfrm>
          <a:prstGeom prst="rect">
            <a:avLst/>
          </a:prstGeom>
        </p:spPr>
      </p:pic>
      <p:sp>
        <p:nvSpPr>
          <p:cNvPr id="22" name="Titel 2"/>
          <p:cNvSpPr>
            <a:spLocks noGrp="1"/>
          </p:cNvSpPr>
          <p:nvPr>
            <p:ph type="ctrTitle" hasCustomPrompt="1"/>
          </p:nvPr>
        </p:nvSpPr>
        <p:spPr>
          <a:xfrm>
            <a:off x="0" y="691815"/>
            <a:ext cx="5959476" cy="5474035"/>
          </a:xfrm>
          <a:blipFill>
            <a:blip r:embed="rId3"/>
            <a:stretch>
              <a:fillRect/>
            </a:stretch>
          </a:blipFill>
        </p:spPr>
        <p:txBody>
          <a:bodyPr lIns="540000" tIns="468000" rIns="360000" bIns="3384000" anchor="b" anchorCtr="0">
            <a:noAutofit/>
          </a:bodyPr>
          <a:lstStyle>
            <a:lvl1pPr algn="l">
              <a:lnSpc>
                <a:spcPct val="9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master</a:t>
            </a:r>
          </a:p>
        </p:txBody>
      </p:sp>
      <p:sp>
        <p:nvSpPr>
          <p:cNvPr id="12" name="Titel 1"/>
          <p:cNvSpPr>
            <a:spLocks noGrp="1"/>
          </p:cNvSpPr>
          <p:nvPr>
            <p:ph type="body" sz="quarter" idx="14" hasCustomPrompt="1"/>
          </p:nvPr>
        </p:nvSpPr>
        <p:spPr>
          <a:xfrm>
            <a:off x="587375" y="1020200"/>
            <a:ext cx="4946649" cy="1345417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da-DK" dirty="0"/>
              <a:t>Klik for at tilføje titel</a:t>
            </a:r>
          </a:p>
        </p:txBody>
      </p:sp>
      <p:sp>
        <p:nvSpPr>
          <p:cNvPr id="37" name="Undertitel 2"/>
          <p:cNvSpPr>
            <a:spLocks noGrp="1"/>
          </p:cNvSpPr>
          <p:nvPr>
            <p:ph type="subTitle" idx="1" hasCustomPrompt="1"/>
          </p:nvPr>
        </p:nvSpPr>
        <p:spPr>
          <a:xfrm>
            <a:off x="588964" y="3007285"/>
            <a:ext cx="4946648" cy="726435"/>
          </a:xfrm>
        </p:spPr>
        <p:txBody>
          <a:bodyPr rIns="0">
            <a:noAutofit/>
          </a:bodyPr>
          <a:lstStyle>
            <a:lvl1pPr marL="0" indent="0" algn="l">
              <a:lnSpc>
                <a:spcPct val="100000"/>
              </a:lnSpc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 dirty="0"/>
              <a:t>Klik for at tilføje undertitel</a:t>
            </a:r>
          </a:p>
        </p:txBody>
      </p:sp>
      <p:sp>
        <p:nvSpPr>
          <p:cNvPr id="38" name="Pladsholder til tekst 14"/>
          <p:cNvSpPr>
            <a:spLocks noGrp="1"/>
          </p:cNvSpPr>
          <p:nvPr>
            <p:ph type="body" sz="quarter" idx="13" hasCustomPrompt="1"/>
          </p:nvPr>
        </p:nvSpPr>
        <p:spPr>
          <a:xfrm>
            <a:off x="588963" y="4053600"/>
            <a:ext cx="4946649" cy="899766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da-DK" dirty="0"/>
              <a:t>Navn på oplægsholder, KU-enhed, sted og dato</a:t>
            </a:r>
          </a:p>
        </p:txBody>
      </p:sp>
      <p:sp>
        <p:nvSpPr>
          <p:cNvPr id="4" name="Pladsholder til dato 3" hidden="1"/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43EC545E-1E39-4013-A907-D4C8F3E3A8B4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5" name="Pladsholder til sidefod 4" hidden="1"/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6" name="Pladsholder til slidenummer 5" hidden="1"/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2817950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billede lille høj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6858000"/>
          </a:xfrm>
          <a:blipFill>
            <a:blip r:embed="rId2"/>
            <a:stretch>
              <a:fillRect/>
            </a:stretch>
          </a:blipFill>
        </p:spPr>
        <p:txBody>
          <a:bodyPr lIns="1080000" tIns="360000" rIns="6408000" anchor="ctr" anchorCtr="0"/>
          <a:lstStyle>
            <a:lvl1pPr marL="0" indent="0" algn="r">
              <a:buNone/>
              <a:defRPr sz="2400" b="1" i="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 </a:t>
            </a:r>
          </a:p>
        </p:txBody>
      </p:sp>
      <p:sp>
        <p:nvSpPr>
          <p:cNvPr id="22" name="Titel 2"/>
          <p:cNvSpPr>
            <a:spLocks noGrp="1"/>
          </p:cNvSpPr>
          <p:nvPr>
            <p:ph type="ctrTitle"/>
          </p:nvPr>
        </p:nvSpPr>
        <p:spPr>
          <a:xfrm>
            <a:off x="6243638" y="2271092"/>
            <a:ext cx="5948362" cy="3895200"/>
          </a:xfrm>
          <a:blipFill>
            <a:blip r:embed="rId3"/>
            <a:stretch>
              <a:fillRect/>
            </a:stretch>
          </a:blipFill>
        </p:spPr>
        <p:txBody>
          <a:bodyPr lIns="360000" tIns="468000" rIns="540000" bIns="2448000" anchor="b" anchorCtr="0">
            <a:noAutofit/>
          </a:bodyPr>
          <a:lstStyle>
            <a:lvl1pPr algn="l">
              <a:lnSpc>
                <a:spcPts val="4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da-DK" dirty="0"/>
          </a:p>
        </p:txBody>
      </p:sp>
      <p:sp>
        <p:nvSpPr>
          <p:cNvPr id="10" name="Titel 1"/>
          <p:cNvSpPr>
            <a:spLocks noGrp="1"/>
          </p:cNvSpPr>
          <p:nvPr>
            <p:ph type="body" sz="quarter" idx="15" hasCustomPrompt="1"/>
          </p:nvPr>
        </p:nvSpPr>
        <p:spPr>
          <a:xfrm>
            <a:off x="6622258" y="2610941"/>
            <a:ext cx="4962920" cy="1109335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="0" i="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da-DK" dirty="0"/>
              <a:t>Klik for at tilføje titel</a:t>
            </a:r>
          </a:p>
        </p:txBody>
      </p:sp>
      <p:sp>
        <p:nvSpPr>
          <p:cNvPr id="9" name="Pladsholder til tekst 14"/>
          <p:cNvSpPr>
            <a:spLocks noGrp="1"/>
          </p:cNvSpPr>
          <p:nvPr>
            <p:ph type="body" sz="quarter" idx="13" hasCustomPrompt="1"/>
          </p:nvPr>
        </p:nvSpPr>
        <p:spPr>
          <a:xfrm>
            <a:off x="6622257" y="4053600"/>
            <a:ext cx="4979193" cy="899766"/>
          </a:xfrm>
        </p:spPr>
        <p:txBody>
          <a:bodyPr r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 i="0" baseline="0"/>
            </a:lvl1pPr>
          </a:lstStyle>
          <a:p>
            <a:pPr lvl="0"/>
            <a:r>
              <a:rPr lang="da-DK" dirty="0"/>
              <a:t>Navn på oplægsholder, KU-enhed, sted og dato</a:t>
            </a:r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6E5195FB-CC23-4662-BC95-6C4057FF490E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6296796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 billede stor høj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6858000"/>
          </a:xfrm>
          <a:blipFill>
            <a:blip r:embed="rId2"/>
            <a:stretch>
              <a:fillRect/>
            </a:stretch>
          </a:blipFill>
        </p:spPr>
        <p:txBody>
          <a:bodyPr lIns="1080000" tIns="360000" rIns="6408000" anchor="ctr" anchorCtr="0"/>
          <a:lstStyle>
            <a:lvl1pPr marL="0" indent="0" algn="r">
              <a:buNone/>
              <a:defRPr sz="2400" b="1" i="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 </a:t>
            </a:r>
          </a:p>
        </p:txBody>
      </p:sp>
      <p:sp>
        <p:nvSpPr>
          <p:cNvPr id="11" name="Titel 2">
            <a:extLst>
              <a:ext uri="{FF2B5EF4-FFF2-40B4-BE49-F238E27FC236}">
                <a16:creationId xmlns:a16="http://schemas.microsoft.com/office/drawing/2014/main" id="{9210F5A1-BA4C-C241-930B-E24AB0E141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43638" y="691815"/>
            <a:ext cx="5948362" cy="5474035"/>
          </a:xfrm>
          <a:blipFill>
            <a:blip r:embed="rId3"/>
            <a:stretch>
              <a:fillRect/>
            </a:stretch>
          </a:blipFill>
        </p:spPr>
        <p:txBody>
          <a:bodyPr lIns="360000" tIns="468000" rIns="540000" bIns="3384000" anchor="b" anchorCtr="0">
            <a:noAutofit/>
          </a:bodyPr>
          <a:lstStyle>
            <a:lvl1pPr algn="l">
              <a:lnSpc>
                <a:spcPts val="4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da-DK" dirty="0"/>
          </a:p>
        </p:txBody>
      </p:sp>
      <p:sp>
        <p:nvSpPr>
          <p:cNvPr id="12" name="Pladsholder til tekst 14">
            <a:extLst>
              <a:ext uri="{FF2B5EF4-FFF2-40B4-BE49-F238E27FC236}">
                <a16:creationId xmlns:a16="http://schemas.microsoft.com/office/drawing/2014/main" id="{7AF680B5-5F7B-7C42-BF08-E9B604FEDF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622257" y="4053600"/>
            <a:ext cx="4979193" cy="899766"/>
          </a:xfrm>
        </p:spPr>
        <p:txBody>
          <a:bodyPr rIns="0">
            <a:noAutofit/>
          </a:bodyPr>
          <a:lstStyle>
            <a:lvl1pPr marL="0" indent="0">
              <a:spcBef>
                <a:spcPts val="0"/>
              </a:spcBef>
              <a:buNone/>
              <a:defRPr sz="1800" b="0" i="0" baseline="0"/>
            </a:lvl1pPr>
          </a:lstStyle>
          <a:p>
            <a:pPr lvl="0"/>
            <a:r>
              <a:rPr lang="da-DK" dirty="0"/>
              <a:t>Navn på oplægsholder, KU-enhed, sted og dato</a:t>
            </a:r>
          </a:p>
        </p:txBody>
      </p:sp>
      <p:sp>
        <p:nvSpPr>
          <p:cNvPr id="13" name="Undertitel 2">
            <a:extLst>
              <a:ext uri="{FF2B5EF4-FFF2-40B4-BE49-F238E27FC236}">
                <a16:creationId xmlns:a16="http://schemas.microsoft.com/office/drawing/2014/main" id="{E8639E81-1331-644F-9855-3A9C253754A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622257" y="3007285"/>
            <a:ext cx="4979193" cy="726435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buNone/>
              <a:defRPr sz="2400" b="0" i="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 dirty="0"/>
              <a:t>Klik for at tilføje undertitel</a:t>
            </a:r>
          </a:p>
        </p:txBody>
      </p:sp>
      <p:sp>
        <p:nvSpPr>
          <p:cNvPr id="14" name="Titel 1">
            <a:extLst>
              <a:ext uri="{FF2B5EF4-FFF2-40B4-BE49-F238E27FC236}">
                <a16:creationId xmlns:a16="http://schemas.microsoft.com/office/drawing/2014/main" id="{B7A6A120-00EE-3144-9AB3-0695A4240B4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22257" y="1020200"/>
            <a:ext cx="4977606" cy="1345417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="0" i="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da-DK" dirty="0"/>
              <a:t>Klik for at tilføje titel</a:t>
            </a:r>
          </a:p>
        </p:txBody>
      </p:sp>
      <p:sp>
        <p:nvSpPr>
          <p:cNvPr id="10" name="Pladsholder til dato 3" hidden="1">
            <a:extLst>
              <a:ext uri="{FF2B5EF4-FFF2-40B4-BE49-F238E27FC236}">
                <a16:creationId xmlns:a16="http://schemas.microsoft.com/office/drawing/2014/main" id="{5D6F800E-E8DB-D1E9-A292-CDCB828E80A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850C8D61-CF2F-4293-9A1F-6B0C79C373C6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15" name="Pladsholder til sidefod 4" hidden="1">
            <a:extLst>
              <a:ext uri="{FF2B5EF4-FFF2-40B4-BE49-F238E27FC236}">
                <a16:creationId xmlns:a16="http://schemas.microsoft.com/office/drawing/2014/main" id="{75F96715-1FD5-51ED-7CC1-42E30D082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16" name="Pladsholder til slidenummer 5" hidden="1">
            <a:extLst>
              <a:ext uri="{FF2B5EF4-FFF2-40B4-BE49-F238E27FC236}">
                <a16:creationId xmlns:a16="http://schemas.microsoft.com/office/drawing/2014/main" id="{FF7B57F8-B201-8F25-4597-86F1EE0AFA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709872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billede lille venst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75000"/>
            </a:schemeClr>
          </a:solidFill>
        </p:spPr>
        <p:txBody>
          <a:bodyPr lIns="6408000" tIns="360000" rIns="720000" anchor="ctr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da-DK" sz="2400" kern="1200" baseline="0" dirty="0">
                <a:solidFill>
                  <a:schemeClr val="bg1"/>
                </a:solidFill>
                <a:latin typeface="+mn-lt"/>
                <a:ea typeface="+mn-ea"/>
                <a:cs typeface="+mn-cs"/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 Klik på ikonet, hvis du vil indsætte et billede</a:t>
            </a:r>
          </a:p>
        </p:txBody>
      </p:sp>
      <p:sp>
        <p:nvSpPr>
          <p:cNvPr id="22" name="Titel 2"/>
          <p:cNvSpPr>
            <a:spLocks noGrp="1"/>
          </p:cNvSpPr>
          <p:nvPr>
            <p:ph type="ctrTitle"/>
          </p:nvPr>
        </p:nvSpPr>
        <p:spPr>
          <a:xfrm>
            <a:off x="0" y="2271092"/>
            <a:ext cx="5959476" cy="3895200"/>
          </a:xfrm>
          <a:blipFill>
            <a:blip r:embed="rId2"/>
            <a:stretch>
              <a:fillRect/>
            </a:stretch>
          </a:blipFill>
        </p:spPr>
        <p:txBody>
          <a:bodyPr lIns="540000" tIns="468000" rIns="360000" bIns="2340000" anchor="b" anchorCtr="0">
            <a:noAutofit/>
          </a:bodyPr>
          <a:lstStyle>
            <a:lvl1pPr algn="l">
              <a:lnSpc>
                <a:spcPts val="4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da-DK" dirty="0"/>
          </a:p>
        </p:txBody>
      </p:sp>
      <p:sp>
        <p:nvSpPr>
          <p:cNvPr id="9" name="Titel 1"/>
          <p:cNvSpPr>
            <a:spLocks noGrp="1"/>
          </p:cNvSpPr>
          <p:nvPr>
            <p:ph type="body" sz="quarter" idx="15" hasCustomPrompt="1"/>
          </p:nvPr>
        </p:nvSpPr>
        <p:spPr>
          <a:xfrm>
            <a:off x="587375" y="2610941"/>
            <a:ext cx="4946649" cy="1109335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da-DK" dirty="0"/>
              <a:t>Klik for at tilføje titel</a:t>
            </a:r>
          </a:p>
        </p:txBody>
      </p:sp>
      <p:sp>
        <p:nvSpPr>
          <p:cNvPr id="26" name="Pladsholder til tekst 14"/>
          <p:cNvSpPr>
            <a:spLocks noGrp="1"/>
          </p:cNvSpPr>
          <p:nvPr>
            <p:ph type="body" sz="quarter" idx="13" hasCustomPrompt="1"/>
          </p:nvPr>
        </p:nvSpPr>
        <p:spPr>
          <a:xfrm>
            <a:off x="588963" y="4042705"/>
            <a:ext cx="4983162" cy="899766"/>
          </a:xfrm>
        </p:spPr>
        <p:txBody>
          <a:bodyPr rIns="0">
            <a:noAutofit/>
          </a:bodyPr>
          <a:lstStyle>
            <a:lvl1pPr marL="0" indent="0"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da-DK" dirty="0"/>
              <a:t>Navn på oplægsholder, KU-enhed, sted og dato</a:t>
            </a:r>
          </a:p>
        </p:txBody>
      </p:sp>
      <p:sp>
        <p:nvSpPr>
          <p:cNvPr id="10" name="Pladsholder til dato 3" hidden="1">
            <a:extLst>
              <a:ext uri="{FF2B5EF4-FFF2-40B4-BE49-F238E27FC236}">
                <a16:creationId xmlns:a16="http://schemas.microsoft.com/office/drawing/2014/main" id="{1570F19F-11E9-F8A1-DCD4-0B2BD4223D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34D99FEB-2FC3-4FA6-9F36-280592A4EBA0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11" name="Pladsholder til sidefod 4" hidden="1">
            <a:extLst>
              <a:ext uri="{FF2B5EF4-FFF2-40B4-BE49-F238E27FC236}">
                <a16:creationId xmlns:a16="http://schemas.microsoft.com/office/drawing/2014/main" id="{B7D930ED-6F01-0E90-6740-D9E50AA5B8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12" name="Pladsholder til slidenummer 5" hidden="1">
            <a:extLst>
              <a:ext uri="{FF2B5EF4-FFF2-40B4-BE49-F238E27FC236}">
                <a16:creationId xmlns:a16="http://schemas.microsoft.com/office/drawing/2014/main" id="{ADD5A7A0-1930-6FDD-F270-B46368D36A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9678034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billede stor vens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75000"/>
            </a:schemeClr>
          </a:solidFill>
        </p:spPr>
        <p:txBody>
          <a:bodyPr lIns="6408000" tIns="360000" rIns="720000" anchor="ctr" anchorCtr="0"/>
          <a:lstStyle>
            <a:lvl1pPr marL="0" indent="0" algn="l">
              <a:buNone/>
              <a:defRPr sz="24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 Klik på ikonet, hvis du vil indsætte et billede</a:t>
            </a:r>
          </a:p>
        </p:txBody>
      </p:sp>
      <p:sp>
        <p:nvSpPr>
          <p:cNvPr id="2" name="Titel 2"/>
          <p:cNvSpPr>
            <a:spLocks noGrp="1"/>
          </p:cNvSpPr>
          <p:nvPr>
            <p:ph type="ctrTitle"/>
          </p:nvPr>
        </p:nvSpPr>
        <p:spPr>
          <a:xfrm>
            <a:off x="0" y="691815"/>
            <a:ext cx="5959476" cy="5474035"/>
          </a:xfrm>
          <a:blipFill>
            <a:blip r:embed="rId2"/>
            <a:stretch>
              <a:fillRect/>
            </a:stretch>
          </a:blipFill>
        </p:spPr>
        <p:txBody>
          <a:bodyPr lIns="540000" tIns="468000" rIns="360000" bIns="3384000" anchor="b" anchorCtr="0">
            <a:noAutofit/>
          </a:bodyPr>
          <a:lstStyle>
            <a:lvl1pPr algn="l">
              <a:lnSpc>
                <a:spcPts val="4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da-DK" dirty="0"/>
          </a:p>
        </p:txBody>
      </p:sp>
      <p:sp>
        <p:nvSpPr>
          <p:cNvPr id="12" name="Titel 1"/>
          <p:cNvSpPr>
            <a:spLocks noGrp="1"/>
          </p:cNvSpPr>
          <p:nvPr>
            <p:ph type="body" sz="quarter" idx="15" hasCustomPrompt="1"/>
          </p:nvPr>
        </p:nvSpPr>
        <p:spPr>
          <a:xfrm>
            <a:off x="587375" y="1020200"/>
            <a:ext cx="4946649" cy="1345417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da-DK" dirty="0"/>
              <a:t>Klik for at tilføje titel</a:t>
            </a:r>
          </a:p>
        </p:txBody>
      </p:sp>
      <p:sp>
        <p:nvSpPr>
          <p:cNvPr id="9" name="Undertitel 2"/>
          <p:cNvSpPr>
            <a:spLocks noGrp="1"/>
          </p:cNvSpPr>
          <p:nvPr>
            <p:ph type="subTitle" idx="1" hasCustomPrompt="1"/>
          </p:nvPr>
        </p:nvSpPr>
        <p:spPr>
          <a:xfrm>
            <a:off x="588962" y="3007285"/>
            <a:ext cx="4946649" cy="726435"/>
          </a:xfrm>
        </p:spPr>
        <p:txBody>
          <a:bodyPr rIns="0">
            <a:noAutofit/>
          </a:bodyPr>
          <a:lstStyle>
            <a:lvl1pPr marL="0" indent="0" algn="l">
              <a:lnSpc>
                <a:spcPct val="100000"/>
              </a:lnSpc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 dirty="0"/>
              <a:t>Klik for at tilføje undertitel</a:t>
            </a:r>
          </a:p>
        </p:txBody>
      </p:sp>
      <p:sp>
        <p:nvSpPr>
          <p:cNvPr id="11" name="Pladsholder til tekst 14"/>
          <p:cNvSpPr>
            <a:spLocks noGrp="1"/>
          </p:cNvSpPr>
          <p:nvPr>
            <p:ph type="body" sz="quarter" idx="13" hasCustomPrompt="1"/>
          </p:nvPr>
        </p:nvSpPr>
        <p:spPr>
          <a:xfrm>
            <a:off x="588962" y="4053600"/>
            <a:ext cx="4946650" cy="899766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da-DK" dirty="0"/>
              <a:t>Navn på oplægsholder, KU-enhed, sted og dato</a:t>
            </a:r>
          </a:p>
        </p:txBody>
      </p:sp>
      <p:sp>
        <p:nvSpPr>
          <p:cNvPr id="13" name="Pladsholder til dato 3" hidden="1">
            <a:extLst>
              <a:ext uri="{FF2B5EF4-FFF2-40B4-BE49-F238E27FC236}">
                <a16:creationId xmlns:a16="http://schemas.microsoft.com/office/drawing/2014/main" id="{B280A661-856C-E622-1331-CDB60AB0862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A255E55A-4CBD-4745-9CAA-603B15E40F2A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14" name="Pladsholder til sidefod 4" hidden="1">
            <a:extLst>
              <a:ext uri="{FF2B5EF4-FFF2-40B4-BE49-F238E27FC236}">
                <a16:creationId xmlns:a16="http://schemas.microsoft.com/office/drawing/2014/main" id="{82F7776B-57AF-971B-A75B-223AFE263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15" name="Pladsholder til slidenummer 5" hidden="1">
            <a:extLst>
              <a:ext uri="{FF2B5EF4-FFF2-40B4-BE49-F238E27FC236}">
                <a16:creationId xmlns:a16="http://schemas.microsoft.com/office/drawing/2014/main" id="{EFF41101-1901-1836-D8DB-6C08E169D0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8290818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3" y="620714"/>
            <a:ext cx="11012488" cy="863599"/>
          </a:xfrm>
        </p:spPr>
        <p:txBody>
          <a:bodyPr/>
          <a:lstStyle>
            <a:lvl1pPr>
              <a:defRPr b="0" i="0" baseline="0"/>
            </a:lvl1pPr>
          </a:lstStyle>
          <a:p>
            <a:pPr lvl="0"/>
            <a:r>
              <a:rPr lang="da-DK" dirty="0"/>
              <a:t>Klik for at tilføje overskrift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idx="1" hasCustomPrompt="1"/>
          </p:nvPr>
        </p:nvSpPr>
        <p:spPr>
          <a:xfrm>
            <a:off x="588963" y="1628775"/>
            <a:ext cx="11012488" cy="4673600"/>
          </a:xfrm>
        </p:spPr>
        <p:txBody>
          <a:bodyPr vert="horz" lIns="0" tIns="0" rIns="0" bIns="0" rtlCol="0">
            <a:noAutofit/>
          </a:bodyPr>
          <a:lstStyle>
            <a:lvl1pPr>
              <a:defRPr lang="da-DK" b="0" i="0" baseline="0" dirty="0" smtClean="0"/>
            </a:lvl1pPr>
            <a:lvl2pPr>
              <a:defRPr lang="da-DK" b="0" i="0" baseline="0" dirty="0" smtClean="0"/>
            </a:lvl2pPr>
            <a:lvl3pPr>
              <a:defRPr lang="da-DK" b="0" i="0" baseline="0" dirty="0" smtClean="0"/>
            </a:lvl3pPr>
            <a:lvl4pPr marL="719138" indent="0">
              <a:buNone/>
              <a:defRPr/>
            </a:lvl4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A2488-620E-4717-952D-4163044243D3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7968597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el og to indholdsobjekt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4" y="620714"/>
            <a:ext cx="11012486" cy="865186"/>
          </a:xfrm>
        </p:spPr>
        <p:txBody>
          <a:bodyPr/>
          <a:lstStyle>
            <a:lvl1pPr>
              <a:defRPr b="0" i="0" baseline="0"/>
            </a:lvl1pPr>
          </a:lstStyle>
          <a:p>
            <a:pPr lvl="0"/>
            <a:r>
              <a:rPr lang="da-DK" dirty="0"/>
              <a:t>Klik for at tilføje overskrift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sz="half" idx="1" hasCustomPrompt="1"/>
          </p:nvPr>
        </p:nvSpPr>
        <p:spPr>
          <a:xfrm>
            <a:off x="588964" y="1628775"/>
            <a:ext cx="5356800" cy="4672800"/>
          </a:xfrm>
        </p:spPr>
        <p:txBody>
          <a:bodyPr vert="horz" lIns="0" tIns="0" rIns="0" bIns="0" rtlCol="0">
            <a:noAutofit/>
          </a:bodyPr>
          <a:lstStyle>
            <a:lvl1pPr>
              <a:defRPr lang="da-DK" b="0" i="0" baseline="0" dirty="0" smtClean="0"/>
            </a:lvl1pPr>
            <a:lvl2pPr>
              <a:defRPr lang="da-DK" b="0" i="0" baseline="0" dirty="0" smtClean="0"/>
            </a:lvl2pPr>
            <a:lvl3pPr>
              <a:defRPr lang="da-DK" b="0" i="0" baseline="0" dirty="0" smtClean="0"/>
            </a:lvl3pPr>
            <a:lvl4pPr>
              <a:defRPr lang="da-DK" b="0" i="0" baseline="0" dirty="0" smtClean="0"/>
            </a:lvl4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endParaRPr lang="da-DK" dirty="0"/>
          </a:p>
        </p:txBody>
      </p:sp>
      <p:sp>
        <p:nvSpPr>
          <p:cNvPr id="4" name="Pladsholder til indhold 3"/>
          <p:cNvSpPr>
            <a:spLocks noGrp="1"/>
          </p:cNvSpPr>
          <p:nvPr>
            <p:ph sz="half" idx="2" hasCustomPrompt="1"/>
          </p:nvPr>
        </p:nvSpPr>
        <p:spPr>
          <a:xfrm>
            <a:off x="6246000" y="1628776"/>
            <a:ext cx="5356800" cy="4672800"/>
          </a:xfrm>
        </p:spPr>
        <p:txBody>
          <a:bodyPr vert="horz" lIns="0" tIns="0" rIns="0" bIns="0" rtlCol="0">
            <a:noAutofit/>
          </a:bodyPr>
          <a:lstStyle>
            <a:lvl1pPr>
              <a:defRPr lang="da-DK" b="0" i="0" baseline="0" dirty="0" smtClean="0"/>
            </a:lvl1pPr>
            <a:lvl2pPr>
              <a:defRPr lang="da-DK" b="0" i="0" baseline="0" dirty="0" smtClean="0"/>
            </a:lvl2pPr>
            <a:lvl3pPr>
              <a:defRPr lang="da-DK" b="0" i="0" baseline="0" dirty="0" smtClean="0"/>
            </a:lvl3pPr>
            <a:lvl4pPr marL="719138" indent="0">
              <a:buNone/>
              <a:defRPr lang="da-DK" dirty="0" smtClean="0"/>
            </a:lvl4pPr>
            <a:lvl5pPr>
              <a:defRPr lang="da-DK" dirty="0"/>
            </a:lvl5pPr>
            <a:lvl8pPr marL="719138" indent="0">
              <a:buNone/>
              <a:defRPr/>
            </a:lvl8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94B7A-445E-4B32-AE33-AE6AFA618291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7549679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4" userDrawn="1">
          <p15:clr>
            <a:srgbClr val="F26B43"/>
          </p15:clr>
        </p15:guide>
        <p15:guide id="2" pos="3746" userDrawn="1">
          <p15:clr>
            <a:srgbClr val="F26B43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, indhold og bille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6244651" y="1628775"/>
            <a:ext cx="5356800" cy="4672800"/>
          </a:xfrm>
          <a:solidFill>
            <a:schemeClr val="bg1">
              <a:lumMod val="75000"/>
            </a:schemeClr>
          </a:solidFill>
        </p:spPr>
        <p:txBody>
          <a:bodyPr lIns="360000" tIns="1080000" rIns="360000" anchor="ctr" anchorCtr="0"/>
          <a:lstStyle>
            <a:lvl1pPr marL="0" indent="0" algn="ctr">
              <a:buNone/>
              <a:defRPr sz="24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5" y="620712"/>
            <a:ext cx="11012486" cy="865187"/>
          </a:xfrm>
        </p:spPr>
        <p:txBody>
          <a:bodyPr/>
          <a:lstStyle>
            <a:lvl1pPr>
              <a:defRPr b="0" i="0" baseline="0"/>
            </a:lvl1pPr>
          </a:lstStyle>
          <a:p>
            <a:pPr lvl="0"/>
            <a:r>
              <a:rPr lang="da-DK" dirty="0"/>
              <a:t>Klik for at tilføje overskrift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sz="half" idx="1" hasCustomPrompt="1"/>
          </p:nvPr>
        </p:nvSpPr>
        <p:spPr>
          <a:xfrm>
            <a:off x="588964" y="1628775"/>
            <a:ext cx="5356800" cy="4672800"/>
          </a:xfrm>
        </p:spPr>
        <p:txBody>
          <a:bodyPr vert="horz" lIns="0" tIns="0" rIns="0" bIns="0" rtlCol="0">
            <a:noAutofit/>
          </a:bodyPr>
          <a:lstStyle>
            <a:lvl1pPr>
              <a:defRPr lang="da-DK" b="0" i="0" baseline="0" dirty="0" smtClean="0"/>
            </a:lvl1pPr>
            <a:lvl2pPr>
              <a:defRPr lang="da-DK" b="0" i="0" baseline="0" dirty="0" smtClean="0"/>
            </a:lvl2pPr>
            <a:lvl3pPr>
              <a:defRPr lang="da-DK" b="0" i="0" baseline="0" dirty="0" smtClean="0"/>
            </a:lvl3pPr>
            <a:lvl4pPr>
              <a:defRPr lang="da-DK" dirty="0" smtClean="0"/>
            </a:lvl4pPr>
            <a:lvl5pPr>
              <a:defRPr lang="da-DK" dirty="0"/>
            </a:lvl5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C1B346-6D22-4E2E-9D8A-0DE526CBF6C5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017783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bille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588963" y="1628775"/>
            <a:ext cx="11012487" cy="4673600"/>
          </a:xfrm>
          <a:solidFill>
            <a:schemeClr val="bg1">
              <a:lumMod val="75000"/>
            </a:schemeClr>
          </a:solidFill>
        </p:spPr>
        <p:txBody>
          <a:bodyPr lIns="0" tIns="1080000" rIns="0" anchor="ctr" anchorCtr="0"/>
          <a:lstStyle>
            <a:lvl1pPr marL="0" indent="0" algn="ctr">
              <a:buNone/>
              <a:defRPr sz="2400" b="0" i="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4" y="620712"/>
            <a:ext cx="11012486" cy="865187"/>
          </a:xfrm>
        </p:spPr>
        <p:txBody>
          <a:bodyPr/>
          <a:lstStyle/>
          <a:p>
            <a:r>
              <a:rPr lang="da-DK" dirty="0"/>
              <a:t>Klik for at tilføje overskrift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CDCA84-DC5F-4F54-86C4-3A3F71268220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6191671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0" i="0" baseline="0"/>
            </a:lvl1pPr>
          </a:lstStyle>
          <a:p>
            <a:r>
              <a:rPr lang="da-DK" dirty="0"/>
              <a:t>Klik for at tilføje overskrift</a:t>
            </a:r>
          </a:p>
        </p:txBody>
      </p:sp>
      <p:sp>
        <p:nvSpPr>
          <p:cNvPr id="3" name="Pladsholder til dato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4F1A1-6766-441F-9F00-E93D521E50F3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4" name="Pladsholder til sidefod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5" name="Pladsholder til slide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7609304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ato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4256D-1A02-4FDD-AA38-4D8490006FD4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3" name="Pladsholder til sidefod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63154521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dsholder til dato 3" hidden="1">
            <a:extLst>
              <a:ext uri="{FF2B5EF4-FFF2-40B4-BE49-F238E27FC236}">
                <a16:creationId xmlns:a16="http://schemas.microsoft.com/office/drawing/2014/main" id="{619D26E9-5B2E-9EAD-7ADF-91C2F6F527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60A4E1C7-F811-4F51-BDA9-17EBB9618420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4" name="Pladsholder til sidefod 4" hidden="1">
            <a:extLst>
              <a:ext uri="{FF2B5EF4-FFF2-40B4-BE49-F238E27FC236}">
                <a16:creationId xmlns:a16="http://schemas.microsoft.com/office/drawing/2014/main" id="{8A951072-2ED2-FF27-14A1-979FCDF1E5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5" name="Pladsholder til slidenummer 5" hidden="1">
            <a:extLst>
              <a:ext uri="{FF2B5EF4-FFF2-40B4-BE49-F238E27FC236}">
                <a16:creationId xmlns:a16="http://schemas.microsoft.com/office/drawing/2014/main" id="{E8D58753-B44C-E044-E735-982626059E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26757551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to bulletlist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4" y="620714"/>
            <a:ext cx="11012486" cy="1008062"/>
          </a:xfrm>
        </p:spPr>
        <p:txBody>
          <a:bodyPr tIns="154800"/>
          <a:lstStyle>
            <a:lvl1pPr>
              <a:defRPr sz="6600" b="1" i="0" cap="all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tilføj overskrift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sz="half" idx="1" hasCustomPrompt="1"/>
          </p:nvPr>
        </p:nvSpPr>
        <p:spPr>
          <a:xfrm>
            <a:off x="588964" y="2239315"/>
            <a:ext cx="5356800" cy="4063060"/>
          </a:xfrm>
        </p:spPr>
        <p:txBody>
          <a:bodyPr vert="horz" lIns="0" tIns="0" rIns="0" bIns="0" rtlCol="0">
            <a:noAutofit/>
          </a:bodyPr>
          <a:lstStyle>
            <a:lvl1pPr marL="363600" marR="0" indent="-363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lang="da-DK" b="0" i="0" baseline="0" dirty="0" smtClean="0">
                <a:solidFill>
                  <a:schemeClr val="tx1"/>
                </a:solidFill>
              </a:defRPr>
            </a:lvl1pPr>
            <a:lvl2pPr>
              <a:defRPr lang="da-DK" b="0" i="0" baseline="0" dirty="0" smtClean="0">
                <a:solidFill>
                  <a:schemeClr val="tx1"/>
                </a:solidFill>
              </a:defRPr>
            </a:lvl2pPr>
            <a:lvl3pPr>
              <a:defRPr lang="da-DK" b="0" i="0" baseline="0" dirty="0" smtClean="0">
                <a:solidFill>
                  <a:schemeClr val="tx1"/>
                </a:solidFill>
              </a:defRPr>
            </a:lvl3pPr>
            <a:lvl4pPr marL="1072800" indent="-352800">
              <a:lnSpc>
                <a:spcPct val="90000"/>
              </a:lnSpc>
              <a:buFont typeface="Arial" panose="020B0604020202020204" pitchFamily="34" charset="0"/>
              <a:buChar char="•"/>
              <a:defRPr lang="da-DK" b="0" i="0" baseline="0" dirty="0" smtClean="0">
                <a:solidFill>
                  <a:schemeClr val="tx1"/>
                </a:solidFill>
              </a:defRPr>
            </a:lvl4pPr>
            <a:lvl5pPr marL="1072800" indent="-352800">
              <a:lnSpc>
                <a:spcPct val="90000"/>
              </a:lnSpc>
              <a:defRPr>
                <a:solidFill>
                  <a:schemeClr val="tx1"/>
                </a:solidFill>
              </a:defRPr>
            </a:lvl5pPr>
            <a:lvl6pPr marL="1072800" indent="-352800">
              <a:lnSpc>
                <a:spcPct val="90000"/>
              </a:lnSpc>
              <a:defRPr>
                <a:solidFill>
                  <a:schemeClr val="tx1"/>
                </a:solidFill>
              </a:defRPr>
            </a:lvl6pPr>
            <a:lvl7pPr marL="1072800" indent="-352800">
              <a:lnSpc>
                <a:spcPct val="90000"/>
              </a:lnSpc>
              <a:defRPr>
                <a:solidFill>
                  <a:schemeClr val="tx1"/>
                </a:solidFill>
              </a:defRPr>
            </a:lvl7pPr>
            <a:lvl8pPr marL="1072800" indent="-352800">
              <a:lnSpc>
                <a:spcPct val="90000"/>
              </a:lnSpc>
              <a:defRPr>
                <a:solidFill>
                  <a:schemeClr val="tx1"/>
                </a:solidFill>
              </a:defRPr>
            </a:lvl8pPr>
            <a:lvl9pPr marL="1072800" indent="-352800">
              <a:lnSpc>
                <a:spcPct val="90000"/>
              </a:lnSpc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2</a:t>
            </a:r>
          </a:p>
          <a:p>
            <a:pPr lvl="2"/>
            <a:r>
              <a:rPr lang="da-DK" dirty="0"/>
              <a:t>3</a:t>
            </a:r>
          </a:p>
          <a:p>
            <a:pPr lvl="3"/>
            <a:r>
              <a:rPr lang="da-DK" dirty="0"/>
              <a:t>4</a:t>
            </a:r>
          </a:p>
          <a:p>
            <a:pPr lvl="4"/>
            <a:r>
              <a:rPr lang="da-DK" dirty="0"/>
              <a:t>5</a:t>
            </a:r>
          </a:p>
          <a:p>
            <a:pPr lvl="5"/>
            <a:r>
              <a:rPr lang="da-DK" dirty="0"/>
              <a:t>6</a:t>
            </a:r>
          </a:p>
          <a:p>
            <a:pPr lvl="6"/>
            <a:r>
              <a:rPr lang="da-DK" dirty="0"/>
              <a:t>7</a:t>
            </a:r>
          </a:p>
          <a:p>
            <a:pPr lvl="7"/>
            <a:r>
              <a:rPr lang="da-DK" dirty="0"/>
              <a:t>8</a:t>
            </a:r>
          </a:p>
          <a:p>
            <a:pPr lvl="8"/>
            <a:r>
              <a:rPr lang="da-DK" dirty="0"/>
              <a:t>9</a:t>
            </a:r>
          </a:p>
        </p:txBody>
      </p:sp>
      <p:sp>
        <p:nvSpPr>
          <p:cNvPr id="14" name="Pladsholder til indhold 3">
            <a:extLst>
              <a:ext uri="{FF2B5EF4-FFF2-40B4-BE49-F238E27FC236}">
                <a16:creationId xmlns:a16="http://schemas.microsoft.com/office/drawing/2014/main" id="{D13A21B6-F7F5-D15B-402D-6C21868F878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46000" y="2239315"/>
            <a:ext cx="5356800" cy="4063061"/>
          </a:xfrm>
        </p:spPr>
        <p:txBody>
          <a:bodyPr vert="horz" lIns="0" tIns="0" rIns="0" bIns="0" rtlCol="0">
            <a:noAutofit/>
          </a:bodyPr>
          <a:lstStyle>
            <a:lvl1pPr>
              <a:defRPr lang="da-DK" b="0" i="0" baseline="0" dirty="0" smtClean="0"/>
            </a:lvl1pPr>
            <a:lvl2pPr>
              <a:defRPr lang="da-DK" b="0" i="0" baseline="0" dirty="0" smtClean="0"/>
            </a:lvl2pPr>
            <a:lvl3pPr marL="1072800" indent="-352800">
              <a:lnSpc>
                <a:spcPct val="90000"/>
              </a:lnSpc>
              <a:defRPr lang="da-DK" b="0" i="0" baseline="0" dirty="0" smtClean="0"/>
            </a:lvl3pPr>
            <a:lvl4pPr marL="1072800" indent="-352800">
              <a:lnSpc>
                <a:spcPct val="90000"/>
              </a:lnSpc>
              <a:buFont typeface="Arial" panose="020B0604020202020204" pitchFamily="34" charset="0"/>
              <a:buChar char="•"/>
              <a:defRPr lang="da-DK" dirty="0" smtClean="0"/>
            </a:lvl4pPr>
            <a:lvl5pPr marL="1072800" indent="-352800">
              <a:lnSpc>
                <a:spcPct val="90000"/>
              </a:lnSpc>
              <a:defRPr lang="da-DK" dirty="0"/>
            </a:lvl5pPr>
            <a:lvl6pPr marL="1072800" indent="-352800">
              <a:lnSpc>
                <a:spcPct val="90000"/>
              </a:lnSpc>
              <a:defRPr/>
            </a:lvl6pPr>
            <a:lvl7pPr marL="1072800" indent="-352800">
              <a:lnSpc>
                <a:spcPct val="90000"/>
              </a:lnSpc>
              <a:defRPr/>
            </a:lvl7pPr>
            <a:lvl8pPr marL="1072800" indent="-352800">
              <a:lnSpc>
                <a:spcPct val="90000"/>
              </a:lnSpc>
              <a:buFont typeface="Arial" panose="020B0604020202020204" pitchFamily="34" charset="0"/>
              <a:buChar char="•"/>
              <a:defRPr/>
            </a:lvl8pPr>
            <a:lvl9pPr marL="1072800" indent="-352800">
              <a:lnSpc>
                <a:spcPct val="90000"/>
              </a:lnSpc>
              <a:defRPr/>
            </a:lvl9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4</a:t>
            </a:r>
          </a:p>
          <a:p>
            <a:pPr lvl="4"/>
            <a:r>
              <a:rPr lang="da-DK" dirty="0"/>
              <a:t>5</a:t>
            </a:r>
          </a:p>
          <a:p>
            <a:pPr lvl="5"/>
            <a:r>
              <a:rPr lang="da-DK" dirty="0"/>
              <a:t>6</a:t>
            </a:r>
          </a:p>
          <a:p>
            <a:pPr lvl="6"/>
            <a:r>
              <a:rPr lang="da-DK" dirty="0"/>
              <a:t>7</a:t>
            </a:r>
          </a:p>
          <a:p>
            <a:pPr lvl="7"/>
            <a:r>
              <a:rPr lang="da-DK" dirty="0"/>
              <a:t>8</a:t>
            </a:r>
          </a:p>
          <a:p>
            <a:pPr lvl="8"/>
            <a:r>
              <a:rPr lang="da-DK" dirty="0"/>
              <a:t>9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D08259-92F1-4C32-A312-C73CE2167131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779C41-6576-A494-B4DF-8A34076DB9A1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426381693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3934" userDrawn="1">
          <p15:clr>
            <a:srgbClr val="F26B43"/>
          </p15:clr>
        </p15:guide>
        <p15:guide id="2" pos="3746" userDrawn="1">
          <p15:clr>
            <a:srgbClr val="F26B43"/>
          </p15:clr>
        </p15:guide>
        <p15:guide id="3" orient="horz" pos="1410" userDrawn="1">
          <p15:clr>
            <a:srgbClr val="F26B43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én bulletlist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3" y="620714"/>
            <a:ext cx="11012488" cy="863599"/>
          </a:xfrm>
        </p:spPr>
        <p:txBody>
          <a:bodyPr/>
          <a:lstStyle>
            <a:lvl1pPr>
              <a:defRPr sz="3200" b="1" i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Klik for at tilføje overskrift</a:t>
            </a:r>
          </a:p>
        </p:txBody>
      </p:sp>
      <p:sp>
        <p:nvSpPr>
          <p:cNvPr id="3" name="Pladsholder til indhold 3"/>
          <p:cNvSpPr>
            <a:spLocks noGrp="1"/>
          </p:cNvSpPr>
          <p:nvPr>
            <p:ph idx="1" hasCustomPrompt="1"/>
          </p:nvPr>
        </p:nvSpPr>
        <p:spPr>
          <a:xfrm>
            <a:off x="588963" y="1628775"/>
            <a:ext cx="11012488" cy="4673600"/>
          </a:xfrm>
        </p:spPr>
        <p:txBody>
          <a:bodyPr vert="horz" lIns="0" tIns="0" rIns="0" bIns="0" rtlCol="0">
            <a:noAutofit/>
          </a:bodyPr>
          <a:lstStyle>
            <a:lvl1pPr marL="342900" indent="-342900">
              <a:buFont typeface="Arial" panose="020B0604020202020204" pitchFamily="34" charset="0"/>
              <a:buChar char="•"/>
              <a:defRPr lang="da-DK" sz="3200" b="0" i="0" baseline="0" dirty="0" smtClean="0">
                <a:solidFill>
                  <a:schemeClr val="tx1"/>
                </a:solidFill>
              </a:defRPr>
            </a:lvl1pPr>
            <a:lvl2pPr>
              <a:defRPr lang="da-DK" b="0" i="0" baseline="0" dirty="0" smtClean="0">
                <a:solidFill>
                  <a:schemeClr val="tx1"/>
                </a:solidFill>
              </a:defRPr>
            </a:lvl2pPr>
            <a:lvl3pPr>
              <a:defRPr lang="da-DK" b="0" i="0" baseline="0" dirty="0" smtClean="0">
                <a:solidFill>
                  <a:schemeClr val="tx1"/>
                </a:solidFill>
              </a:defRPr>
            </a:lvl3pPr>
            <a:lvl4pPr marL="1072800" indent="-352800">
              <a:buFont typeface="Arial" panose="020B0604020202020204" pitchFamily="34" charset="0"/>
              <a:buChar char="•"/>
              <a:defRPr/>
            </a:lvl4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endParaRPr lang="da-DK" dirty="0"/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75082-3ECA-430B-8AFE-6C0254841555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41174887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kstfelt 8">
            <a:extLst>
              <a:ext uri="{FF2B5EF4-FFF2-40B4-BE49-F238E27FC236}">
                <a16:creationId xmlns:a16="http://schemas.microsoft.com/office/drawing/2014/main" id="{3E866D85-79EE-184D-80E1-3ED545621736}"/>
              </a:ext>
            </a:extLst>
          </p:cNvPr>
          <p:cNvSpPr txBox="1"/>
          <p:nvPr userDrawn="1"/>
        </p:nvSpPr>
        <p:spPr>
          <a:xfrm>
            <a:off x="421280" y="612884"/>
            <a:ext cx="1167618" cy="87142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a-DK" sz="15000" b="1" dirty="0">
                <a:solidFill>
                  <a:schemeClr val="tx1"/>
                </a:solidFill>
              </a:rPr>
              <a:t>”</a:t>
            </a:r>
          </a:p>
        </p:txBody>
      </p:sp>
      <p:sp>
        <p:nvSpPr>
          <p:cNvPr id="11" name="Pladsholder til tekst 9">
            <a:extLst>
              <a:ext uri="{FF2B5EF4-FFF2-40B4-BE49-F238E27FC236}">
                <a16:creationId xmlns:a16="http://schemas.microsoft.com/office/drawing/2014/main" id="{1B53F7DA-513D-4E4A-A901-E83A56F29AC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88963" y="1628775"/>
            <a:ext cx="11012487" cy="4114799"/>
          </a:xfrm>
          <a:noFill/>
        </p:spPr>
        <p:txBody>
          <a:bodyPr lIns="0" tIns="0" rIns="0" bIns="0" anchor="t" anchorCtr="0"/>
          <a:lstStyle>
            <a:lvl1pPr marL="0" indent="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 lang="da-DK" sz="4800" b="0" kern="1200" cap="none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 lang="da-DK" sz="4800" b="1" kern="1200" cap="all" baseline="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 lang="da-DK" sz="4800" b="1" kern="1200" cap="all" baseline="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 lang="da-DK" sz="4800" b="1" kern="1200" cap="all" baseline="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 lang="da-DK" sz="4800" b="1" kern="1200" cap="all" baseline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da-DK" dirty="0"/>
              <a:t>Klik for at tilføje tekst</a:t>
            </a:r>
          </a:p>
        </p:txBody>
      </p:sp>
      <p:sp>
        <p:nvSpPr>
          <p:cNvPr id="12" name="Pladsholder til tekst 14">
            <a:extLst>
              <a:ext uri="{FF2B5EF4-FFF2-40B4-BE49-F238E27FC236}">
                <a16:creationId xmlns:a16="http://schemas.microsoft.com/office/drawing/2014/main" id="{E095D626-8544-1B49-AD85-894AF401181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0400" y="5934971"/>
            <a:ext cx="11012400" cy="367404"/>
          </a:xfrm>
        </p:spPr>
        <p:txBody>
          <a:bodyPr anchor="b" anchorCtr="0">
            <a:noAutofit/>
          </a:bodyPr>
          <a:lstStyle>
            <a:lvl1pPr marL="0" indent="0">
              <a:spcBef>
                <a:spcPts val="500"/>
              </a:spcBef>
              <a:buNone/>
              <a:defRPr sz="2400" b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Navn, kilde</a:t>
            </a:r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52271-5E3D-4E06-BC0A-7C1022408CCC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80986843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eaker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606056-13C4-B341-9D8B-68EA383036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2527812"/>
            <a:ext cx="12192000" cy="955506"/>
          </a:xfrm>
          <a:noFill/>
        </p:spPr>
        <p:txBody>
          <a:bodyPr anchor="b" anchorCtr="0"/>
          <a:lstStyle>
            <a:lvl1pPr marL="0" indent="0" algn="ctr">
              <a:buFontTx/>
              <a:buNone/>
              <a:defRPr sz="6600" b="1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Klik for at indsætte tekst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9FA67884-B97F-CB46-AABC-75F5273BB9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0" y="3559852"/>
            <a:ext cx="12192000" cy="955506"/>
          </a:xfrm>
          <a:noFill/>
        </p:spPr>
        <p:txBody>
          <a:bodyPr/>
          <a:lstStyle>
            <a:lvl1pPr marL="0" indent="0" algn="ctr">
              <a:buFontTx/>
              <a:buNone/>
              <a:defRPr sz="6600" b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Klik for at indsætte tekst</a:t>
            </a:r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1593FE-D5FA-4E0E-8FFF-8F10D57A1EC1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88545311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l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BDF7CB8-A29D-FD7D-E01C-9FA290029336}"/>
              </a:ext>
            </a:extLst>
          </p:cNvPr>
          <p:cNvSpPr>
            <a:spLocks noGrp="1" noChangeAspect="1"/>
          </p:cNvSpPr>
          <p:nvPr>
            <p:ph type="body" sz="quarter" idx="38" hasCustomPrompt="1"/>
          </p:nvPr>
        </p:nvSpPr>
        <p:spPr>
          <a:xfrm>
            <a:off x="593043" y="992701"/>
            <a:ext cx="1162800" cy="1162800"/>
          </a:xfrm>
          <a:prstGeom prst="ellipse">
            <a:avLst/>
          </a:prstGeom>
          <a:solidFill>
            <a:schemeClr val="tx1">
              <a:alpha val="20000"/>
            </a:schemeClr>
          </a:solidFill>
        </p:spPr>
        <p:txBody>
          <a:bodyPr tIns="72000" anchor="ctr" anchorCtr="0"/>
          <a:lstStyle>
            <a:lvl1pPr marL="0" indent="0" algn="ctr">
              <a:spcBef>
                <a:spcPts val="0"/>
              </a:spcBef>
              <a:buNone/>
              <a:defRPr sz="6000" b="1"/>
            </a:lvl1pPr>
          </a:lstStyle>
          <a:p>
            <a:pPr lvl="0"/>
            <a:r>
              <a:rPr lang="da-DK" dirty="0"/>
              <a:t>1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0999F43-7DCD-0386-4C37-C66F637D75F4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35309" y="992701"/>
            <a:ext cx="3590534" cy="1162800"/>
          </a:xfrm>
        </p:spPr>
        <p:txBody>
          <a:bodyPr anchor="ctr" anchorCtr="0"/>
          <a:lstStyle>
            <a:lvl1pPr marL="0" indent="0">
              <a:spcBef>
                <a:spcPts val="0"/>
              </a:spcBef>
              <a:buNone/>
              <a:defRPr sz="2800" b="1"/>
            </a:lvl1pPr>
            <a:lvl2pPr marL="0" indent="0">
              <a:buNone/>
              <a:defRPr sz="2800" b="1"/>
            </a:lvl2pPr>
            <a:lvl3pPr marL="0" indent="0">
              <a:buNone/>
              <a:defRPr sz="2800" b="1"/>
            </a:lvl3pPr>
            <a:lvl4pPr marL="0" indent="0">
              <a:buNone/>
              <a:defRPr sz="2800" b="1"/>
            </a:lvl4pPr>
            <a:lvl5pPr marL="0" indent="0">
              <a:buNone/>
              <a:defRPr sz="2800" b="1"/>
            </a:lvl5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5A0FE321-409A-CB41-0D2F-3A239A66393D}"/>
              </a:ext>
            </a:extLst>
          </p:cNvPr>
          <p:cNvSpPr>
            <a:spLocks noGrp="1" noChangeAspect="1"/>
          </p:cNvSpPr>
          <p:nvPr>
            <p:ph type="body" sz="quarter" idx="40" hasCustomPrompt="1"/>
          </p:nvPr>
        </p:nvSpPr>
        <p:spPr>
          <a:xfrm>
            <a:off x="6092802" y="911224"/>
            <a:ext cx="1162800" cy="1162800"/>
          </a:xfrm>
          <a:prstGeom prst="ellipse">
            <a:avLst/>
          </a:prstGeom>
          <a:solidFill>
            <a:schemeClr val="tx1">
              <a:alpha val="20000"/>
            </a:schemeClr>
          </a:solidFill>
        </p:spPr>
        <p:txBody>
          <a:bodyPr tIns="72000" anchor="ctr" anchorCtr="0"/>
          <a:lstStyle>
            <a:lvl1pPr marL="0" indent="0" algn="ctr">
              <a:buNone/>
              <a:defRPr sz="6000" b="1"/>
            </a:lvl1pPr>
          </a:lstStyle>
          <a:p>
            <a:pPr lvl="0"/>
            <a:r>
              <a:rPr lang="da-DK" dirty="0"/>
              <a:t>2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E85D9037-4808-3FB4-8291-164C228C83E2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7438265" y="911224"/>
            <a:ext cx="3705822" cy="1162800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5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4F98610-1AA8-ED76-CB97-422A1761A39E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2272868" y="2409825"/>
            <a:ext cx="1162800" cy="1162800"/>
          </a:xfrm>
          <a:prstGeom prst="ellipse">
            <a:avLst/>
          </a:prstGeom>
          <a:solidFill>
            <a:schemeClr val="tx1">
              <a:alpha val="20000"/>
            </a:schemeClr>
          </a:solidFill>
        </p:spPr>
        <p:txBody>
          <a:bodyPr tIns="72000" anchor="ctr" anchorCtr="0"/>
          <a:lstStyle>
            <a:lvl1pPr marL="0" indent="0" algn="ctr">
              <a:buNone/>
              <a:defRPr sz="6000" b="1"/>
            </a:lvl1pPr>
            <a:lvl2pPr marL="360363" indent="0" algn="ctr">
              <a:buNone/>
              <a:defRPr sz="2800" b="1"/>
            </a:lvl2pPr>
            <a:lvl3pPr marL="720000" indent="0" algn="ctr">
              <a:buNone/>
              <a:defRPr sz="2800" b="1"/>
            </a:lvl3pPr>
            <a:lvl4pPr marL="720000" indent="0" algn="ctr">
              <a:buNone/>
              <a:defRPr sz="2800" b="1"/>
            </a:lvl4pPr>
            <a:lvl5pPr marL="720000" indent="0" algn="ctr">
              <a:buNone/>
              <a:defRPr sz="2800" b="1"/>
            </a:lvl5pPr>
          </a:lstStyle>
          <a:p>
            <a:pPr lvl="0"/>
            <a:r>
              <a:rPr lang="da-DK" dirty="0"/>
              <a:t>3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04C99C31-A019-EB05-99AD-9B5C4892C3E5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3620656" y="2409825"/>
            <a:ext cx="3113087" cy="1162800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1pPr>
            <a:lvl2pPr marL="0" indent="0">
              <a:buNone/>
              <a:defRPr sz="2800" b="1"/>
            </a:lvl2pPr>
            <a:lvl3pPr marL="0" indent="0">
              <a:buNone/>
              <a:defRPr sz="2800" b="1"/>
            </a:lvl3pPr>
            <a:lvl4pPr marL="0" indent="0">
              <a:buNone/>
              <a:defRPr sz="2800" b="1"/>
            </a:lvl4pPr>
            <a:lvl5pPr marL="0" indent="0">
              <a:buNone/>
              <a:defRPr sz="2800" b="1"/>
            </a:lvl5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DA112A83-1D6E-E31B-3869-56E056FE8E0E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188200" y="2970213"/>
            <a:ext cx="1162800" cy="1162800"/>
          </a:xfrm>
          <a:prstGeom prst="ellipse">
            <a:avLst/>
          </a:prstGeom>
          <a:solidFill>
            <a:schemeClr val="tx1">
              <a:alpha val="20000"/>
            </a:schemeClr>
          </a:solidFill>
        </p:spPr>
        <p:txBody>
          <a:bodyPr tIns="72000" anchor="ctr" anchorCtr="0"/>
          <a:lstStyle>
            <a:lvl1pPr marL="0" indent="0" algn="ctr">
              <a:buNone/>
              <a:defRPr sz="6000" b="1"/>
            </a:lvl1pPr>
            <a:lvl2pPr marL="360363" indent="0" algn="ctr">
              <a:buNone/>
              <a:defRPr sz="2800" b="1"/>
            </a:lvl2pPr>
            <a:lvl3pPr marL="720000" indent="0" algn="ctr">
              <a:buNone/>
              <a:defRPr sz="2800" b="1"/>
            </a:lvl3pPr>
            <a:lvl4pPr marL="720000" indent="0" algn="ctr">
              <a:buNone/>
              <a:defRPr sz="2800" b="1"/>
            </a:lvl4pPr>
            <a:lvl5pPr marL="720000" indent="0" algn="ctr">
              <a:buNone/>
              <a:defRPr sz="2800" b="1"/>
            </a:lvl5pPr>
          </a:lstStyle>
          <a:p>
            <a:pPr lvl="0"/>
            <a:r>
              <a:rPr lang="da-DK" dirty="0"/>
              <a:t>4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F5507CD6-BB87-26DA-1CB3-C86DBC2ACD10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535988" y="2970213"/>
            <a:ext cx="3065462" cy="1162800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5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2EED4611-1BCD-13B0-4F45-DAEAB3529025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458913" y="4498975"/>
            <a:ext cx="1162800" cy="1162800"/>
          </a:xfrm>
          <a:prstGeom prst="ellipse">
            <a:avLst/>
          </a:prstGeom>
          <a:solidFill>
            <a:schemeClr val="tx1">
              <a:alpha val="20000"/>
            </a:schemeClr>
          </a:solidFill>
        </p:spPr>
        <p:txBody>
          <a:bodyPr tIns="72000" anchor="ctr" anchorCtr="0"/>
          <a:lstStyle>
            <a:lvl1pPr marL="0" indent="0" algn="ctr">
              <a:buNone/>
              <a:defRPr sz="6000" b="1"/>
            </a:lvl1pPr>
            <a:lvl2pPr marL="360363" indent="0" algn="ctr">
              <a:buNone/>
              <a:defRPr sz="2800" b="1"/>
            </a:lvl2pPr>
            <a:lvl3pPr marL="720000" indent="0" algn="ctr">
              <a:buNone/>
              <a:defRPr sz="2800" b="1"/>
            </a:lvl3pPr>
            <a:lvl4pPr marL="720000" indent="0" algn="ctr">
              <a:buNone/>
              <a:defRPr sz="2800" b="1"/>
            </a:lvl4pPr>
            <a:lvl5pPr marL="720000" indent="0" algn="ctr">
              <a:buNone/>
              <a:defRPr sz="2800" b="1"/>
            </a:lvl5pPr>
          </a:lstStyle>
          <a:p>
            <a:pPr lvl="0"/>
            <a:r>
              <a:rPr lang="da-DK" dirty="0"/>
              <a:t>5</a:t>
            </a:r>
          </a:p>
        </p:txBody>
      </p:sp>
      <p:sp>
        <p:nvSpPr>
          <p:cNvPr id="33" name="Text Placeholder 32">
            <a:extLst>
              <a:ext uri="{FF2B5EF4-FFF2-40B4-BE49-F238E27FC236}">
                <a16:creationId xmlns:a16="http://schemas.microsoft.com/office/drawing/2014/main" id="{B3B6A4E6-E617-BAD1-0112-A96754231B66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2814435" y="4498975"/>
            <a:ext cx="2938665" cy="1162800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5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35" name="Text Placeholder 34">
            <a:extLst>
              <a:ext uri="{FF2B5EF4-FFF2-40B4-BE49-F238E27FC236}">
                <a16:creationId xmlns:a16="http://schemas.microsoft.com/office/drawing/2014/main" id="{0135649F-22C1-794A-F31C-7DC6EA04B2E5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6372225" y="5138044"/>
            <a:ext cx="1162800" cy="1162800"/>
          </a:xfrm>
          <a:prstGeom prst="ellipse">
            <a:avLst/>
          </a:prstGeom>
          <a:solidFill>
            <a:schemeClr val="tx1">
              <a:alpha val="20000"/>
            </a:schemeClr>
          </a:solidFill>
        </p:spPr>
        <p:txBody>
          <a:bodyPr tIns="72000" anchor="ctr" anchorCtr="0"/>
          <a:lstStyle>
            <a:lvl1pPr marL="0" indent="0" algn="ctr">
              <a:buNone/>
              <a:defRPr sz="6000" b="1"/>
            </a:lvl1pPr>
            <a:lvl2pPr marL="360363" indent="0" algn="ctr">
              <a:buNone/>
              <a:defRPr sz="2800" b="1"/>
            </a:lvl2pPr>
            <a:lvl3pPr marL="720000" indent="0" algn="ctr">
              <a:buNone/>
              <a:defRPr sz="2800" b="1"/>
            </a:lvl3pPr>
            <a:lvl4pPr marL="720000" indent="0" algn="ctr">
              <a:buNone/>
              <a:defRPr sz="2800" b="1"/>
            </a:lvl4pPr>
            <a:lvl5pPr marL="720000" indent="0" algn="ctr">
              <a:buNone/>
              <a:defRPr sz="2800" b="1"/>
            </a:lvl5pPr>
          </a:lstStyle>
          <a:p>
            <a:pPr lvl="0"/>
            <a:r>
              <a:rPr lang="da-DK" dirty="0"/>
              <a:t>6</a:t>
            </a:r>
          </a:p>
        </p:txBody>
      </p:sp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35999C3D-9DB2-8B28-1D0E-EDC2C950F687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20013" y="5138044"/>
            <a:ext cx="3343275" cy="1162800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5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776D0-1C54-4AA2-B3C6-9EDE760637A2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64ADEF-11A6-3C5E-1BA5-4CA81A2F71C9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tekst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278434202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l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219F3-EBEC-4665-8131-8E409DE99ADE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556C2CA-F7BC-1643-99E7-A7AF34D16F06}"/>
              </a:ext>
            </a:extLst>
          </p:cNvPr>
          <p:cNvSpPr txBox="1"/>
          <p:nvPr userDrawn="1"/>
        </p:nvSpPr>
        <p:spPr>
          <a:xfrm>
            <a:off x="-1219200" y="-222738"/>
            <a:ext cx="0" cy="0"/>
          </a:xfrm>
          <a:prstGeom prst="rect">
            <a:avLst/>
          </a:prstGeom>
        </p:spPr>
        <p:txBody>
          <a:bodyPr vert="horz" wrap="none" lIns="0" tIns="0" rIns="0" bIns="0" rtlCol="0" anchor="t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4800" b="1" dirty="0">
              <a:solidFill>
                <a:prstClr val="white"/>
              </a:solidFill>
              <a:latin typeface="Microsoft New Tai Lue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C392B83-0AC6-A343-9007-FC3430F06E87}"/>
              </a:ext>
            </a:extLst>
          </p:cNvPr>
          <p:cNvSpPr txBox="1"/>
          <p:nvPr userDrawn="1"/>
        </p:nvSpPr>
        <p:spPr>
          <a:xfrm>
            <a:off x="4531540" y="2322414"/>
            <a:ext cx="0" cy="0"/>
          </a:xfrm>
          <a:prstGeom prst="rect">
            <a:avLst/>
          </a:prstGeom>
        </p:spPr>
        <p:txBody>
          <a:bodyPr vert="horz" wrap="none" lIns="0" tIns="0" rIns="0" bIns="0" rtlCol="0" anchor="t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4800" b="1" dirty="0">
              <a:solidFill>
                <a:prstClr val="white"/>
              </a:solidFill>
              <a:latin typeface="Microsoft New Tai Lue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B0ACD76-9286-81DA-B95A-33C567818D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963" y="620712"/>
            <a:ext cx="11012488" cy="864859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indsætte tekst...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79DDD350-47B3-3DAF-DDC1-39725F8B959E}"/>
              </a:ext>
            </a:extLst>
          </p:cNvPr>
          <p:cNvSpPr>
            <a:spLocks noGrp="1" noChangeAspect="1"/>
          </p:cNvSpPr>
          <p:nvPr>
            <p:ph type="body" sz="quarter" idx="38" hasCustomPrompt="1"/>
          </p:nvPr>
        </p:nvSpPr>
        <p:spPr>
          <a:xfrm>
            <a:off x="1478044" y="1850705"/>
            <a:ext cx="701479" cy="701479"/>
          </a:xfrm>
          <a:prstGeom prst="ellipse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 wrap="none" lIns="936000" tIns="72000" rIns="0" bIns="0" anchor="ctr" anchorCtr="0"/>
          <a:lstStyle>
            <a:lvl1pPr marL="0" indent="0" algn="l">
              <a:spcBef>
                <a:spcPts val="0"/>
              </a:spcBef>
              <a:buNone/>
              <a:defRPr sz="28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40" name="Text Placeholder 6">
            <a:extLst>
              <a:ext uri="{FF2B5EF4-FFF2-40B4-BE49-F238E27FC236}">
                <a16:creationId xmlns:a16="http://schemas.microsoft.com/office/drawing/2014/main" id="{D6F92D26-3C4A-BE86-A701-D767C111FE07}"/>
              </a:ext>
            </a:extLst>
          </p:cNvPr>
          <p:cNvSpPr>
            <a:spLocks noGrp="1" noChangeAspect="1"/>
          </p:cNvSpPr>
          <p:nvPr>
            <p:ph type="body" sz="quarter" idx="39" hasCustomPrompt="1"/>
          </p:nvPr>
        </p:nvSpPr>
        <p:spPr>
          <a:xfrm>
            <a:off x="5358802" y="2416707"/>
            <a:ext cx="701479" cy="701479"/>
          </a:xfrm>
          <a:prstGeom prst="ellipse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 wrap="none" lIns="936000" tIns="72000" rIns="0" bIns="0" anchor="ctr" anchorCtr="0"/>
          <a:lstStyle>
            <a:lvl1pPr marL="0" indent="0" algn="l">
              <a:spcBef>
                <a:spcPts val="0"/>
              </a:spcBef>
              <a:buNone/>
              <a:defRPr sz="28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41" name="Text Placeholder 6">
            <a:extLst>
              <a:ext uri="{FF2B5EF4-FFF2-40B4-BE49-F238E27FC236}">
                <a16:creationId xmlns:a16="http://schemas.microsoft.com/office/drawing/2014/main" id="{376900F8-7802-5F50-6A9A-E75ED0B3EC0B}"/>
              </a:ext>
            </a:extLst>
          </p:cNvPr>
          <p:cNvSpPr>
            <a:spLocks noGrp="1" noChangeAspect="1"/>
          </p:cNvSpPr>
          <p:nvPr>
            <p:ph type="body" sz="quarter" idx="40" hasCustomPrompt="1"/>
          </p:nvPr>
        </p:nvSpPr>
        <p:spPr>
          <a:xfrm>
            <a:off x="2869616" y="3779962"/>
            <a:ext cx="701479" cy="701479"/>
          </a:xfrm>
          <a:prstGeom prst="ellipse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 wrap="none" lIns="936000" tIns="72000" rIns="0" bIns="0" anchor="ctr" anchorCtr="0"/>
          <a:lstStyle>
            <a:lvl1pPr marL="0" indent="0" algn="l">
              <a:spcBef>
                <a:spcPts val="0"/>
              </a:spcBef>
              <a:buNone/>
              <a:defRPr sz="28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42" name="Text Placeholder 6">
            <a:extLst>
              <a:ext uri="{FF2B5EF4-FFF2-40B4-BE49-F238E27FC236}">
                <a16:creationId xmlns:a16="http://schemas.microsoft.com/office/drawing/2014/main" id="{246C4547-72A6-0EEC-A5AF-48DBCE377E13}"/>
              </a:ext>
            </a:extLst>
          </p:cNvPr>
          <p:cNvSpPr>
            <a:spLocks noGrp="1" noChangeAspect="1"/>
          </p:cNvSpPr>
          <p:nvPr>
            <p:ph type="body" sz="quarter" idx="41" hasCustomPrompt="1"/>
          </p:nvPr>
        </p:nvSpPr>
        <p:spPr>
          <a:xfrm>
            <a:off x="7101336" y="4168447"/>
            <a:ext cx="701479" cy="701479"/>
          </a:xfrm>
          <a:prstGeom prst="ellipse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 wrap="none" lIns="936000" tIns="72000" rIns="0" bIns="0" anchor="ctr" anchorCtr="0"/>
          <a:lstStyle>
            <a:lvl1pPr marL="0" indent="0" algn="l">
              <a:spcBef>
                <a:spcPts val="0"/>
              </a:spcBef>
              <a:buNone/>
              <a:defRPr sz="28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EC0FCDE3-3080-15ED-F757-BF51628B67D5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88964" y="5623418"/>
            <a:ext cx="11012486" cy="678958"/>
          </a:xfrm>
        </p:spPr>
        <p:txBody>
          <a:bodyPr anchor="b" anchorCtr="0"/>
          <a:lstStyle>
            <a:lvl1pPr marL="0" indent="0" algn="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Font typeface="Arial" panose="020B0604020202020204" pitchFamily="34" charset="0"/>
              <a:buNone/>
              <a:defRPr sz="2800"/>
            </a:lvl1pPr>
            <a:lvl2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 sz="2800"/>
            </a:lvl2pPr>
            <a:lvl3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 sz="2800"/>
            </a:lvl3pPr>
            <a:lvl4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 sz="2800"/>
            </a:lvl4pPr>
            <a:lvl5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 sz="2800"/>
            </a:lvl5pPr>
            <a:lvl6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2800"/>
            </a:lvl6pPr>
            <a:lvl7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2800"/>
            </a:lvl7pPr>
            <a:lvl8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2800"/>
            </a:lvl8pPr>
            <a:lvl9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2800"/>
            </a:lvl9pPr>
          </a:lstStyle>
          <a:p>
            <a:pPr lvl="0"/>
            <a:r>
              <a:rPr lang="da-DK" dirty="0"/>
              <a:t>...klik for at indsætte tekst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4965C0B-FFD6-8BEB-537E-1AEDA679D666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tekst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172073410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 billeder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9757" y="842657"/>
            <a:ext cx="11012486" cy="1141268"/>
          </a:xfrm>
        </p:spPr>
        <p:txBody>
          <a:bodyPr/>
          <a:lstStyle>
            <a:lvl1pPr>
              <a:lnSpc>
                <a:spcPct val="90000"/>
              </a:lnSpc>
              <a:defRPr sz="6600" b="1" i="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a-DK" dirty="0"/>
              <a:t>Indsæt overskrift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02B9D2-A192-42E6-9020-F3EAB57A6114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8" name="Pladsholder til billede 9">
            <a:extLst>
              <a:ext uri="{FF2B5EF4-FFF2-40B4-BE49-F238E27FC236}">
                <a16:creationId xmlns:a16="http://schemas.microsoft.com/office/drawing/2014/main" id="{EE1B35E0-A5B1-1748-D054-2575D7411CC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 rot="21402571">
            <a:off x="985914" y="2449156"/>
            <a:ext cx="4115489" cy="2817262"/>
          </a:xfrm>
          <a:solidFill>
            <a:schemeClr val="bg1">
              <a:lumMod val="65000"/>
            </a:schemeClr>
          </a:solidFill>
          <a:ln w="146050" cap="flat">
            <a:solidFill>
              <a:schemeClr val="bg1"/>
            </a:solidFill>
            <a:miter lim="800000"/>
          </a:ln>
        </p:spPr>
        <p:txBody>
          <a:bodyPr lIns="0" tIns="1080000" rIns="0" anchor="ctr" anchorCtr="1"/>
          <a:lstStyle>
            <a:lvl1pPr marL="0" indent="0" algn="ctr">
              <a:buNone/>
              <a:defRPr sz="24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9" name="Pladsholder til billede 9">
            <a:extLst>
              <a:ext uri="{FF2B5EF4-FFF2-40B4-BE49-F238E27FC236}">
                <a16:creationId xmlns:a16="http://schemas.microsoft.com/office/drawing/2014/main" id="{E815A343-B052-E851-8FDF-17976A3957D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 rot="533356">
            <a:off x="5893725" y="2510306"/>
            <a:ext cx="5462634" cy="3596788"/>
          </a:xfrm>
          <a:solidFill>
            <a:schemeClr val="bg1">
              <a:lumMod val="65000"/>
            </a:schemeClr>
          </a:solidFill>
          <a:ln w="146050" cap="flat">
            <a:solidFill>
              <a:schemeClr val="bg1"/>
            </a:solidFill>
            <a:miter lim="800000"/>
          </a:ln>
        </p:spPr>
        <p:txBody>
          <a:bodyPr lIns="360000" tIns="1080000" rIns="360000" anchor="ctr" anchorCtr="1"/>
          <a:lstStyle>
            <a:lvl1pPr marL="0" indent="0" algn="ctr">
              <a:buNone/>
              <a:defRPr sz="24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5F33A7-1D81-AB36-A3BB-FC35AF2B3579}"/>
              </a:ext>
            </a:extLst>
          </p:cNvPr>
          <p:cNvSpPr txBox="1"/>
          <p:nvPr userDrawn="1"/>
        </p:nvSpPr>
        <p:spPr>
          <a:xfrm>
            <a:off x="0" y="-310243"/>
            <a:ext cx="6825343" cy="310243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4800" b="1" dirty="0">
              <a:solidFill>
                <a:prstClr val="white"/>
              </a:solidFill>
              <a:latin typeface="Microsoft New Tai Lue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3D2255-9E79-5D04-C4A9-288BF0CCD6B2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tx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tx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tx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tx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426106526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 bille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049CB1-FD99-442F-B632-7502FA9A3C45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8" name="Pladsholder til billede 9">
            <a:extLst>
              <a:ext uri="{FF2B5EF4-FFF2-40B4-BE49-F238E27FC236}">
                <a16:creationId xmlns:a16="http://schemas.microsoft.com/office/drawing/2014/main" id="{EE1B35E0-A5B1-1748-D054-2575D7411CC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89757" y="2890520"/>
            <a:ext cx="3433685" cy="3403600"/>
          </a:xfrm>
          <a:solidFill>
            <a:schemeClr val="bg1">
              <a:lumMod val="65000"/>
            </a:schemeClr>
          </a:solidFill>
          <a:ln w="76200" cap="flat">
            <a:noFill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1188000" rIns="0" anchor="ctr" anchorCtr="1"/>
          <a:lstStyle>
            <a:lvl1pPr marL="0" indent="0" algn="ctr">
              <a:buNone/>
              <a:defRPr sz="24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9" name="Pladsholder til billede 9">
            <a:extLst>
              <a:ext uri="{FF2B5EF4-FFF2-40B4-BE49-F238E27FC236}">
                <a16:creationId xmlns:a16="http://schemas.microsoft.com/office/drawing/2014/main" id="{E815A343-B052-E851-8FDF-17976A3957D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852160" y="612233"/>
            <a:ext cx="5749290" cy="5681887"/>
          </a:xfrm>
          <a:solidFill>
            <a:schemeClr val="bg1">
              <a:lumMod val="75000"/>
            </a:schemeClr>
          </a:solidFill>
          <a:ln w="76200" cap="flat">
            <a:noFill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540000" tIns="1080000" rIns="540000" anchor="ctr" anchorCtr="1"/>
          <a:lstStyle>
            <a:lvl1pPr marL="0" indent="0" algn="ctr">
              <a:buNone/>
              <a:defRPr sz="24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10" name="Pladsholder til billede 9">
            <a:extLst>
              <a:ext uri="{FF2B5EF4-FFF2-40B4-BE49-F238E27FC236}">
                <a16:creationId xmlns:a16="http://schemas.microsoft.com/office/drawing/2014/main" id="{43FCB96B-CD6D-B9F3-A688-74E5893485CB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2855041" y="1961476"/>
            <a:ext cx="2336801" cy="2294929"/>
          </a:xfrm>
          <a:solidFill>
            <a:schemeClr val="bg1">
              <a:lumMod val="85000"/>
            </a:schemeClr>
          </a:solidFill>
          <a:ln w="76200" cap="flat">
            <a:noFill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1188000" rIns="0" anchor="ctr" anchorCtr="1"/>
          <a:lstStyle>
            <a:lvl1pPr marL="0" indent="0" algn="ctr">
              <a:buNone/>
              <a:defRPr sz="18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623C8CB-D006-2AF2-DF37-08254005FBC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965" y="620713"/>
            <a:ext cx="4602877" cy="1008061"/>
          </a:xfrm>
        </p:spPr>
        <p:txBody>
          <a:bodyPr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Klik for at tilføje overskrift</a:t>
            </a:r>
          </a:p>
        </p:txBody>
      </p:sp>
    </p:spTree>
    <p:extLst>
      <p:ext uri="{BB962C8B-B14F-4D97-AF65-F5344CB8AC3E}">
        <p14:creationId xmlns:p14="http://schemas.microsoft.com/office/powerpoint/2010/main" val="290571435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t billede med tekst høj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 rot="20891566">
            <a:off x="1018941" y="1976793"/>
            <a:ext cx="3832754" cy="3749640"/>
          </a:xfrm>
          <a:solidFill>
            <a:schemeClr val="tx1">
              <a:lumMod val="65000"/>
            </a:schemeClr>
          </a:solidFill>
          <a:ln w="146050" cap="flat">
            <a:solidFill>
              <a:schemeClr val="tx1"/>
            </a:solidFill>
            <a:miter lim="800000"/>
          </a:ln>
        </p:spPr>
        <p:txBody>
          <a:bodyPr lIns="0" tIns="1224000" rIns="0" anchor="ctr" anchorCtr="1"/>
          <a:lstStyle>
            <a:lvl1pPr marL="0" indent="0" algn="ctr">
              <a:buNone/>
              <a:defRPr sz="2400" baseline="0">
                <a:solidFill>
                  <a:schemeClr val="tx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5" y="620712"/>
            <a:ext cx="11012486" cy="865187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Klik for at tilføje overskrift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sz="half" idx="1" hasCustomPrompt="1"/>
          </p:nvPr>
        </p:nvSpPr>
        <p:spPr>
          <a:xfrm>
            <a:off x="5783580" y="2097067"/>
            <a:ext cx="5817869" cy="4205308"/>
          </a:xfrm>
        </p:spPr>
        <p:txBody>
          <a:bodyPr vert="horz" lIns="0" tIns="0" rIns="0" bIns="0" rtlCol="0">
            <a:noAutofit/>
          </a:bodyPr>
          <a:lstStyle>
            <a:lvl1pPr>
              <a:defRPr lang="da-DK" sz="3600" b="1" dirty="0" smtClean="0">
                <a:solidFill>
                  <a:schemeClr val="tx1"/>
                </a:solidFill>
              </a:defRPr>
            </a:lvl1pPr>
            <a:lvl2pPr>
              <a:defRPr lang="da-DK" sz="3200" b="1" dirty="0" smtClean="0">
                <a:solidFill>
                  <a:schemeClr val="tx1"/>
                </a:solidFill>
              </a:defRPr>
            </a:lvl2pPr>
            <a:lvl3pPr>
              <a:defRPr lang="da-DK" sz="2400" b="1" dirty="0" smtClean="0">
                <a:solidFill>
                  <a:schemeClr val="tx1"/>
                </a:solidFill>
              </a:defRPr>
            </a:lvl3pPr>
            <a:lvl4pPr>
              <a:defRPr lang="da-DK" b="1" dirty="0" smtClean="0">
                <a:solidFill>
                  <a:schemeClr val="tx1"/>
                </a:solidFill>
              </a:defRPr>
            </a:lvl4pPr>
            <a:lvl5pPr>
              <a:defRPr lang="da-DK" b="1" dirty="0">
                <a:solidFill>
                  <a:schemeClr val="tx1"/>
                </a:solidFill>
              </a:defRPr>
            </a:lvl5pPr>
            <a:lvl6pPr>
              <a:defRPr b="1">
                <a:solidFill>
                  <a:schemeClr val="tx1"/>
                </a:solidFill>
              </a:defRPr>
            </a:lvl6pPr>
            <a:lvl7pPr>
              <a:defRPr b="1">
                <a:solidFill>
                  <a:schemeClr val="tx1"/>
                </a:solidFill>
              </a:defRPr>
            </a:lvl7pPr>
            <a:lvl8pPr>
              <a:defRPr b="1">
                <a:solidFill>
                  <a:schemeClr val="tx1"/>
                </a:solidFill>
              </a:defRPr>
            </a:lvl8pPr>
            <a:lvl9pPr>
              <a:defRPr b="1">
                <a:solidFill>
                  <a:schemeClr val="tx1"/>
                </a:solidFill>
              </a:defRPr>
            </a:lvl9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C56D48-5B3F-4C59-A9D8-68D0A39D6CD2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96096868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t billede med tekst venst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 rot="496878">
            <a:off x="6504534" y="1615672"/>
            <a:ext cx="4653097" cy="4640373"/>
          </a:xfrm>
          <a:solidFill>
            <a:schemeClr val="bg1">
              <a:lumMod val="65000"/>
            </a:schemeClr>
          </a:solidFill>
          <a:ln w="146050" cap="flat">
            <a:solidFill>
              <a:schemeClr val="bg1"/>
            </a:solidFill>
            <a:miter lim="800000"/>
          </a:ln>
        </p:spPr>
        <p:txBody>
          <a:bodyPr lIns="0" tIns="1188000" rIns="0" anchor="ctr" anchorCtr="1"/>
          <a:lstStyle>
            <a:lvl1pPr marL="0" indent="0" algn="ctr">
              <a:buNone/>
              <a:defRPr sz="2400" b="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15CAA0-42C1-41A7-86CE-BA2D8D2C2EF0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44AE573B-1000-D841-B8B4-F927523899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965" y="620712"/>
            <a:ext cx="11012486" cy="865187"/>
          </a:xfrm>
        </p:spPr>
        <p:txBody>
          <a:bodyPr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pPr lvl="0"/>
            <a:r>
              <a:rPr lang="da-DK" dirty="0"/>
              <a:t>Klik for at tilføje overskrift</a:t>
            </a:r>
          </a:p>
        </p:txBody>
      </p:sp>
      <p:sp>
        <p:nvSpPr>
          <p:cNvPr id="11" name="Pladsholder til indhold 2">
            <a:extLst>
              <a:ext uri="{FF2B5EF4-FFF2-40B4-BE49-F238E27FC236}">
                <a16:creationId xmlns:a16="http://schemas.microsoft.com/office/drawing/2014/main" id="{9B691B69-65AA-9748-80BF-996C89344BB5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88963" y="2097067"/>
            <a:ext cx="5818682" cy="4205308"/>
          </a:xfrm>
        </p:spPr>
        <p:txBody>
          <a:bodyPr vert="horz" lIns="0" tIns="0" rIns="0" bIns="0" rtlCol="0">
            <a:noAutofit/>
          </a:bodyPr>
          <a:lstStyle>
            <a:lvl1pPr>
              <a:defRPr lang="da-DK" sz="3600" b="1" dirty="0" smtClean="0">
                <a:solidFill>
                  <a:schemeClr val="bg1"/>
                </a:solidFill>
              </a:defRPr>
            </a:lvl1pPr>
            <a:lvl2pPr>
              <a:defRPr lang="da-DK" sz="3200" b="1" dirty="0" smtClean="0">
                <a:solidFill>
                  <a:schemeClr val="bg1"/>
                </a:solidFill>
              </a:defRPr>
            </a:lvl2pPr>
            <a:lvl3pPr>
              <a:defRPr lang="da-DK" sz="2400" b="1" dirty="0" smtClean="0">
                <a:solidFill>
                  <a:schemeClr val="bg1"/>
                </a:solidFill>
              </a:defRPr>
            </a:lvl3pPr>
            <a:lvl4pPr>
              <a:defRPr lang="da-DK" dirty="0" smtClean="0"/>
            </a:lvl4pPr>
            <a:lvl5pPr>
              <a:defRPr lang="da-DK" dirty="0"/>
            </a:lvl5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</p:spTree>
    <p:extLst>
      <p:ext uri="{BB962C8B-B14F-4D97-AF65-F5344CB8AC3E}">
        <p14:creationId xmlns:p14="http://schemas.microsoft.com/office/powerpoint/2010/main" val="144106577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billede A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1" y="331200"/>
            <a:ext cx="12191999" cy="6526800"/>
          </a:xfrm>
          <a:solidFill>
            <a:schemeClr val="tx1">
              <a:lumMod val="75000"/>
            </a:schemeClr>
          </a:solidFill>
        </p:spPr>
        <p:txBody>
          <a:bodyPr lIns="0" tIns="1080000" rIns="0" anchor="ctr" anchorCtr="0"/>
          <a:lstStyle>
            <a:lvl1pPr marL="0" indent="0" algn="ctr">
              <a:buNone/>
              <a:defRPr sz="2400" b="0" i="0" baseline="0">
                <a:solidFill>
                  <a:schemeClr val="tx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5" y="756000"/>
            <a:ext cx="6822000" cy="1804492"/>
          </a:xfrm>
          <a:solidFill>
            <a:schemeClr val="accent1">
              <a:alpha val="99950"/>
            </a:schemeClr>
          </a:solidFill>
        </p:spPr>
        <p:txBody>
          <a:bodyPr wrap="square" lIns="252000" tIns="216000" rIns="252000" bIns="108000">
            <a:spAutoFit/>
          </a:bodyPr>
          <a:lstStyle>
            <a:lvl1pPr>
              <a:spcAft>
                <a:spcPts val="600"/>
              </a:spcAft>
              <a:defRPr sz="4800" b="1" spc="0" baseline="0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tilføje tekst...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B073E-A784-466B-98E2-8BDE3F08A73A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8277BB-5254-1D84-EA0B-F5AF633F0933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131748589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billede B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331200"/>
            <a:ext cx="12191999" cy="6526800"/>
          </a:xfrm>
          <a:solidFill>
            <a:schemeClr val="tx1">
              <a:lumMod val="75000"/>
            </a:schemeClr>
          </a:solidFill>
        </p:spPr>
        <p:txBody>
          <a:bodyPr lIns="0" tIns="2628000" rIns="0" anchor="t" anchorCtr="0"/>
          <a:lstStyle>
            <a:lvl1pPr marL="0" indent="0" algn="ctr">
              <a:buNone/>
              <a:defRPr sz="2400" b="0" i="0" baseline="0">
                <a:solidFill>
                  <a:schemeClr val="tx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1" y="4962214"/>
            <a:ext cx="4173870" cy="1340161"/>
          </a:xfrm>
          <a:solidFill>
            <a:schemeClr val="accent4">
              <a:alpha val="99950"/>
            </a:schemeClr>
          </a:solidFill>
        </p:spPr>
        <p:txBody>
          <a:bodyPr wrap="square" lIns="252000" tIns="108000" rIns="252000" bIns="0" anchor="t" anchorCtr="0">
            <a:spAutoFit/>
          </a:bodyPr>
          <a:lstStyle>
            <a:lvl1pPr>
              <a:defRPr sz="4000" b="1" spc="0" baseline="0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tilføje tekst...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BA92E9-ED6E-4E2D-9447-0E7DB3FDA12F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EDB20F-CD30-3447-301A-903E5BC5BED1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320044543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billede C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331200"/>
            <a:ext cx="12191999" cy="6526800"/>
          </a:xfrm>
          <a:solidFill>
            <a:schemeClr val="tx1">
              <a:lumMod val="75000"/>
            </a:schemeClr>
          </a:solidFill>
        </p:spPr>
        <p:txBody>
          <a:bodyPr lIns="0" tIns="2628000" rIns="0" anchor="t" anchorCtr="0"/>
          <a:lstStyle>
            <a:lvl1pPr marL="0" indent="0" algn="ctr">
              <a:buNone/>
              <a:defRPr sz="2400" b="0" i="0" baseline="0">
                <a:solidFill>
                  <a:schemeClr val="tx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4779450" y="4497883"/>
            <a:ext cx="6822000" cy="1804492"/>
          </a:xfrm>
          <a:solidFill>
            <a:schemeClr val="bg1">
              <a:alpha val="99950"/>
            </a:schemeClr>
          </a:solidFill>
        </p:spPr>
        <p:txBody>
          <a:bodyPr wrap="square" lIns="252000" tIns="216000" rIns="252000" bIns="108000">
            <a:spAutoFit/>
          </a:bodyPr>
          <a:lstStyle>
            <a:lvl1pPr>
              <a:defRPr sz="4800" b="1" spc="0" baseline="0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tilføje tekst...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D7C1D-A477-4C13-845F-4C5AC4DEDF20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15C28F-4EA0-040C-C6B4-A14FC010CCCE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202118592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billede D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331200"/>
            <a:ext cx="12191999" cy="6526800"/>
          </a:xfrm>
          <a:solidFill>
            <a:schemeClr val="tx1">
              <a:lumMod val="75000"/>
            </a:schemeClr>
          </a:solidFill>
        </p:spPr>
        <p:txBody>
          <a:bodyPr lIns="0" tIns="1080000" rIns="0" anchor="ctr" anchorCtr="0"/>
          <a:lstStyle>
            <a:lvl1pPr marL="0" indent="0" algn="ctr">
              <a:buNone/>
              <a:defRPr sz="2400" b="0" i="0" baseline="0">
                <a:solidFill>
                  <a:schemeClr val="tx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3" y="1017402"/>
            <a:ext cx="11012487" cy="917513"/>
          </a:xfrm>
          <a:solidFill>
            <a:schemeClr val="bg2">
              <a:alpha val="99950"/>
            </a:schemeClr>
          </a:solidFill>
        </p:spPr>
        <p:txBody>
          <a:bodyPr wrap="square" lIns="180000" tIns="180000" rIns="180000" bIns="180000">
            <a:spAutoFit/>
          </a:bodyPr>
          <a:lstStyle>
            <a:lvl1pPr>
              <a:defRPr sz="3600" b="1" spc="0" baseline="0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tilføje tekst...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B22DB-13B5-430F-8C6F-F11F20BF0D18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B58AF7-9740-8AD8-0C21-42A01D828328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17171692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billede 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331200"/>
            <a:ext cx="12191999" cy="6526800"/>
          </a:xfrm>
          <a:solidFill>
            <a:schemeClr val="tx1">
              <a:lumMod val="75000"/>
            </a:schemeClr>
          </a:solidFill>
        </p:spPr>
        <p:txBody>
          <a:bodyPr lIns="0" tIns="2628000" rIns="0" anchor="t" anchorCtr="0"/>
          <a:lstStyle>
            <a:lvl1pPr marL="0" indent="0" algn="ctr">
              <a:buNone/>
              <a:defRPr sz="2400" b="0" i="0" baseline="0">
                <a:solidFill>
                  <a:schemeClr val="tx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3" y="4161995"/>
            <a:ext cx="11012487" cy="2140380"/>
          </a:xfrm>
          <a:solidFill>
            <a:schemeClr val="bg1">
              <a:alpha val="46000"/>
            </a:schemeClr>
          </a:solidFill>
        </p:spPr>
        <p:txBody>
          <a:bodyPr wrap="square" lIns="252000" tIns="108000" rIns="252000" bIns="0">
            <a:spAutoFit/>
          </a:bodyPr>
          <a:lstStyle>
            <a:lvl1pPr algn="ctr">
              <a:defRPr sz="6600" b="1" cap="all" spc="0" baseline="0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tilføje tekst...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DEF25-ACCC-4F90-BF7A-77B4DDE7678A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1727BB-AC18-C435-CD32-52483CA4B110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57327972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ørgsmål &amp; kommentar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8B2A5-1DCC-48EA-93B7-A2D65B200BE6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7" name="?">
            <a:extLst>
              <a:ext uri="{FF2B5EF4-FFF2-40B4-BE49-F238E27FC236}">
                <a16:creationId xmlns:a16="http://schemas.microsoft.com/office/drawing/2014/main" id="{C9382B17-B390-C8C0-F5F8-7665434C718C}"/>
              </a:ext>
            </a:extLst>
          </p:cNvPr>
          <p:cNvSpPr/>
          <p:nvPr userDrawn="1"/>
        </p:nvSpPr>
        <p:spPr>
          <a:xfrm>
            <a:off x="3642413" y="900524"/>
            <a:ext cx="4787900" cy="5558804"/>
          </a:xfrm>
          <a:prstGeom prst="rect">
            <a:avLst/>
          </a:prstGeom>
        </p:spPr>
        <p:txBody>
          <a:bodyPr wrap="square" rtlCol="0" anchor="t" anchorCtr="0">
            <a:noAutofit/>
          </a:bodyPr>
          <a:lstStyle/>
          <a:p>
            <a:pPr algn="ctr">
              <a:lnSpc>
                <a:spcPct val="83000"/>
              </a:lnSpc>
            </a:pPr>
            <a:r>
              <a:rPr lang="da-DK" sz="59500" b="1" dirty="0">
                <a:solidFill>
                  <a:schemeClr val="tx1">
                    <a:alpha val="14559"/>
                  </a:schemeClr>
                </a:solidFill>
              </a:rPr>
              <a:t>?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E0714F6-6F11-9826-9767-37567B1EC5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39732" y="1628776"/>
            <a:ext cx="9461718" cy="3999626"/>
          </a:xfrm>
        </p:spPr>
        <p:txBody>
          <a:bodyPr anchor="ctr" anchorCtr="0"/>
          <a:lstStyle>
            <a:lvl1pPr>
              <a:lnSpc>
                <a:spcPct val="83000"/>
              </a:lnSpc>
              <a:defRPr sz="9600" b="1"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Klik for at tilføje tekst...</a:t>
            </a:r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861DB2-11FB-99E1-B80B-1463133B9A24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tx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tx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tx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tx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302728479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rugergu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/>
          <p:cNvSpPr txBox="1">
            <a:spLocks/>
          </p:cNvSpPr>
          <p:nvPr userDrawn="1"/>
        </p:nvSpPr>
        <p:spPr>
          <a:xfrm>
            <a:off x="588964" y="613649"/>
            <a:ext cx="11012486" cy="87992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lnSpc>
                <a:spcPct val="100000"/>
              </a:lnSpc>
              <a:spcBef>
                <a:spcPct val="0"/>
              </a:spcBef>
              <a:buNone/>
              <a:defRPr sz="3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da-DK" sz="3000" dirty="0">
                <a:solidFill>
                  <a:schemeClr val="tx1"/>
                </a:solidFill>
              </a:rPr>
              <a:t>Brugerguide</a:t>
            </a:r>
            <a:r>
              <a:rPr lang="da-DK" baseline="0" dirty="0">
                <a:solidFill>
                  <a:schemeClr val="tx1"/>
                </a:solidFill>
              </a:rPr>
              <a:t> </a:t>
            </a:r>
            <a:r>
              <a:rPr lang="da-DK" sz="1800" baseline="0" dirty="0">
                <a:solidFill>
                  <a:schemeClr val="tx1"/>
                </a:solidFill>
              </a:rPr>
              <a:t>– </a:t>
            </a:r>
            <a:r>
              <a:rPr lang="da-DK" sz="1800" dirty="0">
                <a:solidFill>
                  <a:schemeClr val="tx1"/>
                </a:solidFill>
              </a:rPr>
              <a:t>Slet, før du færdiggør din</a:t>
            </a:r>
            <a:r>
              <a:rPr lang="da-DK" sz="1800" baseline="0" dirty="0">
                <a:solidFill>
                  <a:schemeClr val="tx1"/>
                </a:solidFill>
              </a:rPr>
              <a:t> </a:t>
            </a:r>
            <a:r>
              <a:rPr lang="da-DK" sz="1800" dirty="0">
                <a:solidFill>
                  <a:schemeClr val="tx1"/>
                </a:solidFill>
              </a:rPr>
              <a:t>præsentation</a:t>
            </a:r>
          </a:p>
        </p:txBody>
      </p:sp>
      <p:sp>
        <p:nvSpPr>
          <p:cNvPr id="48" name="Text Box 48"/>
          <p:cNvSpPr txBox="1">
            <a:spLocks noChangeArrowheads="1"/>
          </p:cNvSpPr>
          <p:nvPr userDrawn="1"/>
        </p:nvSpPr>
        <p:spPr bwMode="auto">
          <a:xfrm>
            <a:off x="587376" y="1640495"/>
            <a:ext cx="1750290" cy="38420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KU-skabeloner til PowerPoint</a:t>
            </a:r>
            <a:b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Når du åbner PowerPoint på din KU-pc, åbner en skabelon i 16:9-format og med dansk KU-logo.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Når du klikker på KU-fanen i værktøjslinjen, kan du via knappen ”Vælg Skabelon” vælge mellem skabeloner</a:t>
            </a:r>
          </a:p>
          <a:p>
            <a:pPr marL="88900" lvl="0" indent="-88900">
              <a:lnSpc>
                <a:spcPct val="115000"/>
              </a:lnSpc>
              <a:spcAft>
                <a:spcPts val="0"/>
              </a:spcAft>
              <a:buFont typeface="Arial" panose="020B0604020202020204" pitchFamily="34" charset="0"/>
              <a:buChar char="•"/>
              <a:tabLst/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på henholdsvis dansk og engelsk </a:t>
            </a:r>
          </a:p>
          <a:p>
            <a:pPr marL="88900" lvl="0" indent="-88900">
              <a:lnSpc>
                <a:spcPct val="115000"/>
              </a:lnSpc>
              <a:spcAft>
                <a:spcPts val="0"/>
              </a:spcAft>
              <a:buFont typeface="Arial" panose="020B0604020202020204" pitchFamily="34" charset="0"/>
              <a:buChar char="•"/>
              <a:tabLst/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i ”fuld” eller ”lille” version (i den fulde version ser du et eksempel på hver diastype i venstrespalten)</a:t>
            </a:r>
          </a:p>
          <a:p>
            <a:pPr marL="88900" lvl="0" indent="-88900">
              <a:lnSpc>
                <a:spcPct val="115000"/>
              </a:lnSpc>
              <a:spcAft>
                <a:spcPts val="1000"/>
              </a:spcAft>
              <a:buFont typeface="Arial" panose="020B0604020202020204" pitchFamily="34" charset="0"/>
              <a:buChar char="•"/>
              <a:tabLst/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samt en demopræsentation med indsat tekst på engelsk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Hvis du bruger en ”fuld” version, skal du slette de dias, du ikke vil bruge.</a:t>
            </a:r>
            <a:b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</a:br>
            <a:b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Mac-brugere m.fl. kan hente PowerPoint-skabelonerne på</a:t>
            </a:r>
            <a:r>
              <a:rPr lang="da-DK" sz="800" baseline="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da-DK" sz="800" dirty="0">
                <a:solidFill>
                  <a:schemeClr val="accent4"/>
                </a:solidFill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www.designguide.ku.dk/skabeloner/powerpoint/</a:t>
            </a:r>
            <a:br>
              <a:rPr lang="da-DK" sz="800" dirty="0">
                <a:solidFill>
                  <a:schemeClr val="accent4"/>
                </a:solidFill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r>
              <a:rPr lang="da-DK" sz="800" dirty="0">
                <a:solidFill>
                  <a:schemeClr val="accent4"/>
                </a:solidFill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praesentationer/</a:t>
            </a:r>
            <a:endParaRPr lang="da-DK" sz="800" dirty="0">
              <a:solidFill>
                <a:schemeClr val="accent4"/>
              </a:solidFill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9" name="Text Box 48"/>
          <p:cNvSpPr txBox="1">
            <a:spLocks noChangeArrowheads="1"/>
          </p:cNvSpPr>
          <p:nvPr userDrawn="1"/>
        </p:nvSpPr>
        <p:spPr bwMode="auto">
          <a:xfrm>
            <a:off x="2576655" y="4237555"/>
            <a:ext cx="1755548" cy="17635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Indsæt  din enheds navn (fx institut), sidenummer og dato</a:t>
            </a:r>
            <a:b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1. </a:t>
            </a: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Vælg </a:t>
            </a: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Indsæt </a:t>
            </a: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i topmenuen </a:t>
            </a:r>
          </a:p>
          <a:p>
            <a:pPr>
              <a:lnSpc>
                <a:spcPct val="90000"/>
              </a:lnSpc>
              <a:spcAft>
                <a:spcPts val="1000"/>
              </a:spcAft>
            </a:pP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2. </a:t>
            </a: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Vælg </a:t>
            </a: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Sidehoved og Sidefod</a:t>
            </a:r>
          </a:p>
          <a:p>
            <a:pPr>
              <a:lnSpc>
                <a:spcPct val="90000"/>
              </a:lnSpc>
              <a:spcAft>
                <a:spcPts val="1000"/>
              </a:spcAft>
            </a:pP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3. </a:t>
            </a: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Udfyld felterne</a:t>
            </a:r>
          </a:p>
          <a:p>
            <a:pPr>
              <a:lnSpc>
                <a:spcPct val="90000"/>
              </a:lnSpc>
              <a:spcAft>
                <a:spcPts val="1000"/>
              </a:spcAft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4. Vælg </a:t>
            </a: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Anvend på alle </a:t>
            </a: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- eller </a:t>
            </a: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Anvend</a:t>
            </a: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, hvis det kun skal være på et enkelt dias/slide</a:t>
            </a:r>
          </a:p>
          <a:p>
            <a:pPr>
              <a:lnSpc>
                <a:spcPct val="90000"/>
              </a:lnSpc>
              <a:spcAft>
                <a:spcPts val="1000"/>
              </a:spcAft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Oplysningerne placeres i højre side af den grå topbjælke.</a:t>
            </a:r>
          </a:p>
        </p:txBody>
      </p:sp>
      <p:sp>
        <p:nvSpPr>
          <p:cNvPr id="50" name="Text Box 48"/>
          <p:cNvSpPr txBox="1">
            <a:spLocks noChangeArrowheads="1"/>
          </p:cNvSpPr>
          <p:nvPr userDrawn="1"/>
        </p:nvSpPr>
        <p:spPr bwMode="auto">
          <a:xfrm>
            <a:off x="587375" y="5678667"/>
            <a:ext cx="1899592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Aft>
                <a:spcPts val="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Lav nyt dias/slide (hhv. 2010- + 2013- og 2016-version) </a:t>
            </a:r>
            <a:b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altLang="da-DK" sz="8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1. </a:t>
            </a:r>
            <a:r>
              <a:rPr lang="da-DK" altLang="da-DK" sz="8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</a:t>
            </a:r>
            <a:r>
              <a:rPr lang="da-DK" altLang="da-DK" sz="8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Startside/Hjem</a:t>
            </a:r>
          </a:p>
        </p:txBody>
      </p:sp>
      <p:pic>
        <p:nvPicPr>
          <p:cNvPr id="51" name="Billede 40"/>
          <p:cNvPicPr>
            <a:picLocks noChangeAspect="1"/>
          </p:cNvPicPr>
          <p:nvPr userDrawn="1"/>
        </p:nvPicPr>
        <p:blipFill rotWithShape="1">
          <a:blip r:embed="rId3"/>
          <a:srcRect l="36944" r="2272" b="69429"/>
          <a:stretch/>
        </p:blipFill>
        <p:spPr>
          <a:xfrm>
            <a:off x="4157637" y="2940574"/>
            <a:ext cx="395416" cy="126627"/>
          </a:xfrm>
          <a:prstGeom prst="rect">
            <a:avLst/>
          </a:prstGeom>
        </p:spPr>
      </p:pic>
      <p:sp>
        <p:nvSpPr>
          <p:cNvPr id="52" name="Text Box 48"/>
          <p:cNvSpPr txBox="1">
            <a:spLocks noChangeArrowheads="1"/>
          </p:cNvSpPr>
          <p:nvPr userDrawn="1"/>
        </p:nvSpPr>
        <p:spPr bwMode="auto">
          <a:xfrm>
            <a:off x="2587038" y="2582327"/>
            <a:ext cx="1624241" cy="723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Diastype</a:t>
            </a:r>
            <a:b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altLang="da-DK" sz="8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1. </a:t>
            </a:r>
            <a:r>
              <a:rPr lang="da-DK" altLang="da-DK" sz="8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</a:t>
            </a:r>
            <a:r>
              <a:rPr lang="da-DK" altLang="da-DK" sz="8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Startside/Hjem</a:t>
            </a:r>
          </a:p>
          <a:p>
            <a:pPr eaLnBrk="1" hangingPunct="1">
              <a:spcAft>
                <a:spcPts val="600"/>
              </a:spcAft>
              <a:defRPr/>
            </a:pPr>
            <a:r>
              <a:rPr lang="da-DK" altLang="da-DK" sz="8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2.</a:t>
            </a:r>
            <a:r>
              <a:rPr lang="da-DK" altLang="da-DK" sz="800" b="1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</a:t>
            </a:r>
            <a:r>
              <a:rPr lang="da-DK" altLang="da-DK" sz="8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Vælg </a:t>
            </a:r>
            <a:r>
              <a:rPr lang="da-DK" altLang="da-DK" sz="800" b="1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Layout</a:t>
            </a:r>
            <a:r>
              <a:rPr lang="da-DK" altLang="da-DK" sz="8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dit nuværende dias/slide til et alternativt layout</a:t>
            </a:r>
          </a:p>
        </p:txBody>
      </p:sp>
      <p:sp>
        <p:nvSpPr>
          <p:cNvPr id="53" name="Text Box 48"/>
          <p:cNvSpPr txBox="1">
            <a:spLocks noChangeArrowheads="1"/>
          </p:cNvSpPr>
          <p:nvPr userDrawn="1"/>
        </p:nvSpPr>
        <p:spPr bwMode="auto">
          <a:xfrm>
            <a:off x="2576655" y="3571524"/>
            <a:ext cx="163462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Skrift</a:t>
            </a:r>
            <a:b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altLang="da-DK" sz="800" b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KU Anvender skriften Microsoft New Tai Lue i PowerPoint.</a:t>
            </a:r>
            <a:endParaRPr lang="da-DK" altLang="da-DK" sz="800" b="0" baseline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</p:txBody>
      </p:sp>
      <p:sp>
        <p:nvSpPr>
          <p:cNvPr id="54" name="Text Box 48"/>
          <p:cNvSpPr txBox="1">
            <a:spLocks noChangeArrowheads="1"/>
          </p:cNvSpPr>
          <p:nvPr userDrawn="1"/>
        </p:nvSpPr>
        <p:spPr bwMode="auto">
          <a:xfrm>
            <a:off x="4739114" y="1627125"/>
            <a:ext cx="1634624" cy="23391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Gitter- og hjælpelinjer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For at se gitter- og hjælpelinjer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1.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Klik på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Vis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2.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Vælg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Gitterlinjer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og/eller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Hjælpelinjer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For at etablere flere gitter- og hjælpelinjer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1.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Før musen over en eksisterende hjælpelinje og klik på linjen (koordinater på linjen vises)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2.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Hold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CTRL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nede, mens du flytter placeringen af den eksisterende linje (tilføjer en ny)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Tip: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Tryk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Alt + F9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for hurtig visning af hjælpelinjer</a:t>
            </a:r>
          </a:p>
        </p:txBody>
      </p:sp>
      <p:sp>
        <p:nvSpPr>
          <p:cNvPr id="55" name="Text Box 48"/>
          <p:cNvSpPr txBox="1">
            <a:spLocks noChangeArrowheads="1"/>
          </p:cNvSpPr>
          <p:nvPr userDrawn="1"/>
        </p:nvSpPr>
        <p:spPr bwMode="auto">
          <a:xfrm>
            <a:off x="4728822" y="4141417"/>
            <a:ext cx="1634624" cy="192360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Indsæt billede</a:t>
            </a:r>
            <a:b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På layouts med billedholder: Klik på ikon og vælg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Indsæt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Teksten ”Klik her, hvis du vil udskifte billedet” bliver ikke vist i din præsentation.  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Du kan hente KU-billeder, som er tilpasset og minimeret til 16:9-format via dette link:</a:t>
            </a:r>
            <a:b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</a:t>
            </a:r>
            <a:r>
              <a:rPr lang="da-DK" sz="800" b="0" noProof="1">
                <a:solidFill>
                  <a:schemeClr val="accent4"/>
                </a:solidFill>
                <a:latin typeface="+mj-lt"/>
                <a:cs typeface="Arial" panose="020B0604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https://image.ku.dk/shared/aZwD18034DnM3TYEw9XagEF6kxI6MLkV</a:t>
            </a:r>
            <a:endParaRPr lang="da-DK" sz="800" b="0" noProof="1">
              <a:solidFill>
                <a:schemeClr val="accent4"/>
              </a:solidFill>
              <a:latin typeface="+mj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Vælg slideshow-visning for at gøre linket aktivt.</a:t>
            </a:r>
          </a:p>
        </p:txBody>
      </p:sp>
      <p:sp>
        <p:nvSpPr>
          <p:cNvPr id="56" name="Text Box 48"/>
          <p:cNvSpPr txBox="1">
            <a:spLocks noChangeArrowheads="1"/>
          </p:cNvSpPr>
          <p:nvPr userDrawn="1"/>
        </p:nvSpPr>
        <p:spPr bwMode="auto">
          <a:xfrm>
            <a:off x="6691561" y="1640495"/>
            <a:ext cx="1634624" cy="73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Billedstørrelser</a:t>
            </a:r>
            <a:b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De optimale billedstørrelser er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16:9-format: 1.500 x 818 pixels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Gem billederne i 72 dpi og i ”jpg-medium-kvalitet”</a:t>
            </a:r>
          </a:p>
        </p:txBody>
      </p:sp>
      <p:sp>
        <p:nvSpPr>
          <p:cNvPr id="57" name="Text Box 48"/>
          <p:cNvSpPr txBox="1">
            <a:spLocks noChangeArrowheads="1"/>
          </p:cNvSpPr>
          <p:nvPr userDrawn="1"/>
        </p:nvSpPr>
        <p:spPr bwMode="auto">
          <a:xfrm>
            <a:off x="6691561" y="2720006"/>
            <a:ext cx="1634624" cy="19205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Beskær billede</a:t>
            </a:r>
            <a:b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1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. Klik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Beskær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for at ændre billedets fokus/størrelse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2.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Ønsker du at skalere billedet, så hold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SHIFT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-knappen nede, mens du trækker i billedets hjørner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3.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Højreklik på billedet og vælg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Tip: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Placer bagerst</a:t>
            </a:r>
          </a:p>
        </p:txBody>
      </p:sp>
      <p:sp>
        <p:nvSpPr>
          <p:cNvPr id="58" name="Text Box 48"/>
          <p:cNvSpPr txBox="1">
            <a:spLocks noChangeArrowheads="1"/>
          </p:cNvSpPr>
          <p:nvPr userDrawn="1"/>
        </p:nvSpPr>
        <p:spPr bwMode="auto">
          <a:xfrm>
            <a:off x="6691561" y="4765322"/>
            <a:ext cx="1634624" cy="8833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Skabelonens farver</a:t>
            </a:r>
            <a:b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Du kan vælge mellem en række farver til baggrunde og grafer.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Højreklik på den flade, du vil skifte farve på, og derefter malerbøtte-ikonet (Fyldfarve til figur)</a:t>
            </a:r>
          </a:p>
        </p:txBody>
      </p:sp>
      <p:sp>
        <p:nvSpPr>
          <p:cNvPr id="59" name="Text Box 48"/>
          <p:cNvSpPr txBox="1">
            <a:spLocks noChangeArrowheads="1"/>
          </p:cNvSpPr>
          <p:nvPr userDrawn="1"/>
        </p:nvSpPr>
        <p:spPr bwMode="auto">
          <a:xfrm>
            <a:off x="6691561" y="5815137"/>
            <a:ext cx="1634624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Mere information</a:t>
            </a:r>
            <a:b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Se</a:t>
            </a:r>
            <a:r>
              <a:rPr lang="da-DK" sz="800" b="0" baseline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designguiden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på</a:t>
            </a:r>
            <a:br>
              <a:rPr lang="da-DK" sz="800" b="0" baseline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0" noProof="1">
                <a:solidFill>
                  <a:schemeClr val="accent4"/>
                </a:solidFill>
                <a:latin typeface="+mj-lt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www.designguide.ku.dk/skabeloner/powerpoint/</a:t>
            </a:r>
            <a:br>
              <a:rPr lang="da-DK" sz="800" b="0" noProof="1">
                <a:solidFill>
                  <a:schemeClr val="accent4"/>
                </a:solidFill>
                <a:latin typeface="+mj-lt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r>
              <a:rPr lang="da-DK" sz="800" b="0" noProof="1">
                <a:solidFill>
                  <a:schemeClr val="accent4"/>
                </a:solidFill>
                <a:latin typeface="+mj-lt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praesentationer/</a:t>
            </a:r>
            <a:endParaRPr lang="da-DK" sz="800" b="0" noProof="1">
              <a:solidFill>
                <a:schemeClr val="accent4"/>
              </a:solidFill>
              <a:latin typeface="+mj-lt"/>
              <a:cs typeface="Arial" panose="020B0604020202020204" pitchFamily="34" charset="0"/>
            </a:endParaRPr>
          </a:p>
        </p:txBody>
      </p:sp>
      <p:pic>
        <p:nvPicPr>
          <p:cNvPr id="60" name="Billede 25"/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268044" y="4201412"/>
            <a:ext cx="257327" cy="275280"/>
          </a:xfrm>
          <a:prstGeom prst="rect">
            <a:avLst/>
          </a:prstGeom>
        </p:spPr>
      </p:pic>
      <p:pic>
        <p:nvPicPr>
          <p:cNvPr id="61" name="Billede 36"/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8223538" y="2795378"/>
            <a:ext cx="288708" cy="275280"/>
          </a:xfrm>
          <a:prstGeom prst="rect">
            <a:avLst/>
          </a:prstGeom>
        </p:spPr>
      </p:pic>
      <p:pic>
        <p:nvPicPr>
          <p:cNvPr id="62" name="Billede 37"/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8241826" y="3187789"/>
            <a:ext cx="223122" cy="228843"/>
          </a:xfrm>
          <a:prstGeom prst="rect">
            <a:avLst/>
          </a:prstGeom>
        </p:spPr>
      </p:pic>
      <p:sp>
        <p:nvSpPr>
          <p:cNvPr id="63" name="Text Box 48"/>
          <p:cNvSpPr txBox="1">
            <a:spLocks noChangeArrowheads="1"/>
          </p:cNvSpPr>
          <p:nvPr userDrawn="1"/>
        </p:nvSpPr>
        <p:spPr bwMode="auto">
          <a:xfrm>
            <a:off x="2564067" y="1666128"/>
            <a:ext cx="1768136" cy="73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Aft>
                <a:spcPts val="600"/>
              </a:spcAft>
              <a:defRPr/>
            </a:pPr>
            <a:r>
              <a:rPr lang="da-DK" altLang="da-DK" sz="8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2.</a:t>
            </a:r>
            <a:r>
              <a:rPr lang="da-DK" altLang="da-DK" sz="800" b="1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</a:t>
            </a:r>
            <a:r>
              <a:rPr lang="da-DK" altLang="da-DK" sz="8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Under knappen </a:t>
            </a:r>
            <a:r>
              <a:rPr lang="da-DK" altLang="da-DK" sz="800" b="1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Nyt dias/Nyt slide</a:t>
            </a:r>
            <a:r>
              <a:rPr lang="da-DK" altLang="da-DK" sz="8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på øverste del af knappen for at oprette i et dias/slide magen til det markerede. Klik på nederste del for at se et udvalg af mulige layoutvalg</a:t>
            </a:r>
            <a:endParaRPr lang="da-DK" altLang="da-DK" sz="8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64" name="Billede 39"/>
          <p:cNvPicPr>
            <a:picLocks noChangeAspect="1"/>
          </p:cNvPicPr>
          <p:nvPr userDrawn="1"/>
        </p:nvPicPr>
        <p:blipFill rotWithShape="1">
          <a:blip r:embed="rId3"/>
          <a:srcRect l="2931" r="60888"/>
          <a:stretch/>
        </p:blipFill>
        <p:spPr>
          <a:xfrm>
            <a:off x="4231619" y="1844048"/>
            <a:ext cx="235367" cy="418987"/>
          </a:xfrm>
          <a:prstGeom prst="rect">
            <a:avLst/>
          </a:prstGeom>
        </p:spPr>
      </p:pic>
      <p:sp>
        <p:nvSpPr>
          <p:cNvPr id="65" name="Freeform 10"/>
          <p:cNvSpPr>
            <a:spLocks noChangeAspect="1"/>
          </p:cNvSpPr>
          <p:nvPr userDrawn="1"/>
        </p:nvSpPr>
        <p:spPr>
          <a:xfrm rot="19800000">
            <a:off x="4404080" y="1900198"/>
            <a:ext cx="69672" cy="124351"/>
          </a:xfrm>
          <a:custGeom>
            <a:avLst/>
            <a:gdLst>
              <a:gd name="connsiteX0" fmla="*/ 381342 w 762684"/>
              <a:gd name="connsiteY0" fmla="*/ 0 h 1361254"/>
              <a:gd name="connsiteX1" fmla="*/ 762684 w 762684"/>
              <a:gd name="connsiteY1" fmla="*/ 823784 h 1361254"/>
              <a:gd name="connsiteX2" fmla="*/ 459602 w 762684"/>
              <a:gd name="connsiteY2" fmla="*/ 823784 h 1361254"/>
              <a:gd name="connsiteX3" fmla="*/ 459601 w 762684"/>
              <a:gd name="connsiteY3" fmla="*/ 1282994 h 1361254"/>
              <a:gd name="connsiteX4" fmla="*/ 381341 w 762684"/>
              <a:gd name="connsiteY4" fmla="*/ 1361254 h 1361254"/>
              <a:gd name="connsiteX5" fmla="*/ 381342 w 762684"/>
              <a:gd name="connsiteY5" fmla="*/ 1361253 h 1361254"/>
              <a:gd name="connsiteX6" fmla="*/ 303082 w 762684"/>
              <a:gd name="connsiteY6" fmla="*/ 1282993 h 1361254"/>
              <a:gd name="connsiteX7" fmla="*/ 303082 w 762684"/>
              <a:gd name="connsiteY7" fmla="*/ 823784 h 1361254"/>
              <a:gd name="connsiteX8" fmla="*/ 0 w 762684"/>
              <a:gd name="connsiteY8" fmla="*/ 823784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81342 w 762684"/>
              <a:gd name="connsiteY10" fmla="*/ 0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16886 w 762684"/>
              <a:gd name="connsiteY10" fmla="*/ 123104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6550 w 762684"/>
              <a:gd name="connsiteY10" fmla="*/ 91149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6550 w 762684"/>
              <a:gd name="connsiteY10" fmla="*/ 91149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19866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48840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34 h 1361288"/>
              <a:gd name="connsiteX1" fmla="*/ 425041 w 762684"/>
              <a:gd name="connsiteY1" fmla="*/ 27274 h 1361288"/>
              <a:gd name="connsiteX2" fmla="*/ 762684 w 762684"/>
              <a:gd name="connsiteY2" fmla="*/ 823818 h 1361288"/>
              <a:gd name="connsiteX3" fmla="*/ 459602 w 762684"/>
              <a:gd name="connsiteY3" fmla="*/ 823818 h 1361288"/>
              <a:gd name="connsiteX4" fmla="*/ 459601 w 762684"/>
              <a:gd name="connsiteY4" fmla="*/ 1283028 h 1361288"/>
              <a:gd name="connsiteX5" fmla="*/ 381341 w 762684"/>
              <a:gd name="connsiteY5" fmla="*/ 1361288 h 1361288"/>
              <a:gd name="connsiteX6" fmla="*/ 381342 w 762684"/>
              <a:gd name="connsiteY6" fmla="*/ 1361287 h 1361288"/>
              <a:gd name="connsiteX7" fmla="*/ 303082 w 762684"/>
              <a:gd name="connsiteY7" fmla="*/ 1283027 h 1361288"/>
              <a:gd name="connsiteX8" fmla="*/ 303082 w 762684"/>
              <a:gd name="connsiteY8" fmla="*/ 823818 h 1361288"/>
              <a:gd name="connsiteX9" fmla="*/ 0 w 762684"/>
              <a:gd name="connsiteY9" fmla="*/ 823818 h 1361288"/>
              <a:gd name="connsiteX10" fmla="*/ 334092 w 762684"/>
              <a:gd name="connsiteY10" fmla="*/ 27275 h 1361288"/>
              <a:gd name="connsiteX11" fmla="*/ 381342 w 762684"/>
              <a:gd name="connsiteY11" fmla="*/ 34 h 1361288"/>
              <a:gd name="connsiteX0" fmla="*/ 381342 w 762684"/>
              <a:gd name="connsiteY0" fmla="*/ 269 h 1361523"/>
              <a:gd name="connsiteX1" fmla="*/ 425041 w 762684"/>
              <a:gd name="connsiteY1" fmla="*/ 27509 h 1361523"/>
              <a:gd name="connsiteX2" fmla="*/ 762684 w 762684"/>
              <a:gd name="connsiteY2" fmla="*/ 824053 h 1361523"/>
              <a:gd name="connsiteX3" fmla="*/ 459602 w 762684"/>
              <a:gd name="connsiteY3" fmla="*/ 824053 h 1361523"/>
              <a:gd name="connsiteX4" fmla="*/ 459601 w 762684"/>
              <a:gd name="connsiteY4" fmla="*/ 1283263 h 1361523"/>
              <a:gd name="connsiteX5" fmla="*/ 381341 w 762684"/>
              <a:gd name="connsiteY5" fmla="*/ 1361523 h 1361523"/>
              <a:gd name="connsiteX6" fmla="*/ 381342 w 762684"/>
              <a:gd name="connsiteY6" fmla="*/ 1361522 h 1361523"/>
              <a:gd name="connsiteX7" fmla="*/ 303082 w 762684"/>
              <a:gd name="connsiteY7" fmla="*/ 1283262 h 1361523"/>
              <a:gd name="connsiteX8" fmla="*/ 303082 w 762684"/>
              <a:gd name="connsiteY8" fmla="*/ 824053 h 1361523"/>
              <a:gd name="connsiteX9" fmla="*/ 0 w 762684"/>
              <a:gd name="connsiteY9" fmla="*/ 824053 h 1361523"/>
              <a:gd name="connsiteX10" fmla="*/ 334092 w 762684"/>
              <a:gd name="connsiteY10" fmla="*/ 27510 h 1361523"/>
              <a:gd name="connsiteX11" fmla="*/ 381342 w 762684"/>
              <a:gd name="connsiteY11" fmla="*/ 269 h 1361523"/>
              <a:gd name="connsiteX0" fmla="*/ 381342 w 762684"/>
              <a:gd name="connsiteY0" fmla="*/ 414 h 1361668"/>
              <a:gd name="connsiteX1" fmla="*/ 425041 w 762684"/>
              <a:gd name="connsiteY1" fmla="*/ 27654 h 1361668"/>
              <a:gd name="connsiteX2" fmla="*/ 762684 w 762684"/>
              <a:gd name="connsiteY2" fmla="*/ 824198 h 1361668"/>
              <a:gd name="connsiteX3" fmla="*/ 459602 w 762684"/>
              <a:gd name="connsiteY3" fmla="*/ 824198 h 1361668"/>
              <a:gd name="connsiteX4" fmla="*/ 459601 w 762684"/>
              <a:gd name="connsiteY4" fmla="*/ 1283408 h 1361668"/>
              <a:gd name="connsiteX5" fmla="*/ 381341 w 762684"/>
              <a:gd name="connsiteY5" fmla="*/ 1361668 h 1361668"/>
              <a:gd name="connsiteX6" fmla="*/ 381342 w 762684"/>
              <a:gd name="connsiteY6" fmla="*/ 1361667 h 1361668"/>
              <a:gd name="connsiteX7" fmla="*/ 303082 w 762684"/>
              <a:gd name="connsiteY7" fmla="*/ 1283407 h 1361668"/>
              <a:gd name="connsiteX8" fmla="*/ 303082 w 762684"/>
              <a:gd name="connsiteY8" fmla="*/ 824198 h 1361668"/>
              <a:gd name="connsiteX9" fmla="*/ 0 w 762684"/>
              <a:gd name="connsiteY9" fmla="*/ 824198 h 1361668"/>
              <a:gd name="connsiteX10" fmla="*/ 334092 w 762684"/>
              <a:gd name="connsiteY10" fmla="*/ 27655 h 1361668"/>
              <a:gd name="connsiteX11" fmla="*/ 381342 w 762684"/>
              <a:gd name="connsiteY11" fmla="*/ 414 h 1361668"/>
              <a:gd name="connsiteX0" fmla="*/ 381342 w 762684"/>
              <a:gd name="connsiteY0" fmla="*/ 414 h 1361668"/>
              <a:gd name="connsiteX1" fmla="*/ 425041 w 762684"/>
              <a:gd name="connsiteY1" fmla="*/ 27654 h 1361668"/>
              <a:gd name="connsiteX2" fmla="*/ 762684 w 762684"/>
              <a:gd name="connsiteY2" fmla="*/ 824198 h 1361668"/>
              <a:gd name="connsiteX3" fmla="*/ 459602 w 762684"/>
              <a:gd name="connsiteY3" fmla="*/ 824198 h 1361668"/>
              <a:gd name="connsiteX4" fmla="*/ 459601 w 762684"/>
              <a:gd name="connsiteY4" fmla="*/ 1283408 h 1361668"/>
              <a:gd name="connsiteX5" fmla="*/ 381341 w 762684"/>
              <a:gd name="connsiteY5" fmla="*/ 1361668 h 1361668"/>
              <a:gd name="connsiteX6" fmla="*/ 381342 w 762684"/>
              <a:gd name="connsiteY6" fmla="*/ 1361667 h 1361668"/>
              <a:gd name="connsiteX7" fmla="*/ 303082 w 762684"/>
              <a:gd name="connsiteY7" fmla="*/ 1283407 h 1361668"/>
              <a:gd name="connsiteX8" fmla="*/ 303082 w 762684"/>
              <a:gd name="connsiteY8" fmla="*/ 824198 h 1361668"/>
              <a:gd name="connsiteX9" fmla="*/ 0 w 762684"/>
              <a:gd name="connsiteY9" fmla="*/ 824198 h 1361668"/>
              <a:gd name="connsiteX10" fmla="*/ 334092 w 762684"/>
              <a:gd name="connsiteY10" fmla="*/ 27655 h 1361668"/>
              <a:gd name="connsiteX11" fmla="*/ 381342 w 762684"/>
              <a:gd name="connsiteY11" fmla="*/ 414 h 1361668"/>
              <a:gd name="connsiteX0" fmla="*/ 381342 w 762684"/>
              <a:gd name="connsiteY0" fmla="*/ 18 h 1361272"/>
              <a:gd name="connsiteX1" fmla="*/ 425041 w 762684"/>
              <a:gd name="connsiteY1" fmla="*/ 27258 h 1361272"/>
              <a:gd name="connsiteX2" fmla="*/ 762684 w 762684"/>
              <a:gd name="connsiteY2" fmla="*/ 823802 h 1361272"/>
              <a:gd name="connsiteX3" fmla="*/ 459602 w 762684"/>
              <a:gd name="connsiteY3" fmla="*/ 823802 h 1361272"/>
              <a:gd name="connsiteX4" fmla="*/ 459601 w 762684"/>
              <a:gd name="connsiteY4" fmla="*/ 1283012 h 1361272"/>
              <a:gd name="connsiteX5" fmla="*/ 381341 w 762684"/>
              <a:gd name="connsiteY5" fmla="*/ 1361272 h 1361272"/>
              <a:gd name="connsiteX6" fmla="*/ 381342 w 762684"/>
              <a:gd name="connsiteY6" fmla="*/ 1361271 h 1361272"/>
              <a:gd name="connsiteX7" fmla="*/ 303082 w 762684"/>
              <a:gd name="connsiteY7" fmla="*/ 1283011 h 1361272"/>
              <a:gd name="connsiteX8" fmla="*/ 303082 w 762684"/>
              <a:gd name="connsiteY8" fmla="*/ 823802 h 1361272"/>
              <a:gd name="connsiteX9" fmla="*/ 0 w 762684"/>
              <a:gd name="connsiteY9" fmla="*/ 823802 h 1361272"/>
              <a:gd name="connsiteX10" fmla="*/ 334092 w 762684"/>
              <a:gd name="connsiteY10" fmla="*/ 27259 h 1361272"/>
              <a:gd name="connsiteX11" fmla="*/ 381342 w 762684"/>
              <a:gd name="connsiteY11" fmla="*/ 18 h 1361272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6750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62684" h="1361254">
                <a:moveTo>
                  <a:pt x="381342" y="0"/>
                </a:moveTo>
                <a:cubicBezTo>
                  <a:pt x="395908" y="1387"/>
                  <a:pt x="412184" y="3630"/>
                  <a:pt x="426750" y="27240"/>
                </a:cubicBezTo>
                <a:lnTo>
                  <a:pt x="762684" y="823784"/>
                </a:lnTo>
                <a:lnTo>
                  <a:pt x="459602" y="823784"/>
                </a:lnTo>
                <a:cubicBezTo>
                  <a:pt x="459602" y="976854"/>
                  <a:pt x="459601" y="1129924"/>
                  <a:pt x="459601" y="1282994"/>
                </a:cubicBezTo>
                <a:cubicBezTo>
                  <a:pt x="459601" y="1326216"/>
                  <a:pt x="424563" y="1361254"/>
                  <a:pt x="381341" y="1361254"/>
                </a:cubicBezTo>
                <a:lnTo>
                  <a:pt x="381342" y="1361253"/>
                </a:lnTo>
                <a:cubicBezTo>
                  <a:pt x="338120" y="1361253"/>
                  <a:pt x="303082" y="1326215"/>
                  <a:pt x="303082" y="1282993"/>
                </a:cubicBezTo>
                <a:lnTo>
                  <a:pt x="303082" y="823784"/>
                </a:lnTo>
                <a:lnTo>
                  <a:pt x="0" y="823784"/>
                </a:lnTo>
                <a:lnTo>
                  <a:pt x="334092" y="27241"/>
                </a:lnTo>
                <a:cubicBezTo>
                  <a:pt x="343005" y="9615"/>
                  <a:pt x="366447" y="533"/>
                  <a:pt x="381342" y="0"/>
                </a:cubicBezTo>
                <a:close/>
              </a:path>
            </a:pathLst>
          </a:custGeom>
          <a:solidFill>
            <a:schemeClr val="bg1"/>
          </a:solidFill>
          <a:ln w="9525">
            <a:solidFill>
              <a:schemeClr val="accent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>
              <a:solidFill>
                <a:schemeClr val="tx1"/>
              </a:solidFill>
            </a:endParaRPr>
          </a:p>
        </p:txBody>
      </p:sp>
      <p:sp>
        <p:nvSpPr>
          <p:cNvPr id="66" name="Freeform 10"/>
          <p:cNvSpPr>
            <a:spLocks noChangeAspect="1"/>
          </p:cNvSpPr>
          <p:nvPr userDrawn="1"/>
        </p:nvSpPr>
        <p:spPr>
          <a:xfrm rot="19800000">
            <a:off x="4416414" y="2138150"/>
            <a:ext cx="69672" cy="124351"/>
          </a:xfrm>
          <a:custGeom>
            <a:avLst/>
            <a:gdLst>
              <a:gd name="connsiteX0" fmla="*/ 381342 w 762684"/>
              <a:gd name="connsiteY0" fmla="*/ 0 h 1361254"/>
              <a:gd name="connsiteX1" fmla="*/ 762684 w 762684"/>
              <a:gd name="connsiteY1" fmla="*/ 823784 h 1361254"/>
              <a:gd name="connsiteX2" fmla="*/ 459602 w 762684"/>
              <a:gd name="connsiteY2" fmla="*/ 823784 h 1361254"/>
              <a:gd name="connsiteX3" fmla="*/ 459601 w 762684"/>
              <a:gd name="connsiteY3" fmla="*/ 1282994 h 1361254"/>
              <a:gd name="connsiteX4" fmla="*/ 381341 w 762684"/>
              <a:gd name="connsiteY4" fmla="*/ 1361254 h 1361254"/>
              <a:gd name="connsiteX5" fmla="*/ 381342 w 762684"/>
              <a:gd name="connsiteY5" fmla="*/ 1361253 h 1361254"/>
              <a:gd name="connsiteX6" fmla="*/ 303082 w 762684"/>
              <a:gd name="connsiteY6" fmla="*/ 1282993 h 1361254"/>
              <a:gd name="connsiteX7" fmla="*/ 303082 w 762684"/>
              <a:gd name="connsiteY7" fmla="*/ 823784 h 1361254"/>
              <a:gd name="connsiteX8" fmla="*/ 0 w 762684"/>
              <a:gd name="connsiteY8" fmla="*/ 823784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81342 w 762684"/>
              <a:gd name="connsiteY10" fmla="*/ 0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16886 w 762684"/>
              <a:gd name="connsiteY10" fmla="*/ 123104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6550 w 762684"/>
              <a:gd name="connsiteY10" fmla="*/ 91149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6550 w 762684"/>
              <a:gd name="connsiteY10" fmla="*/ 91149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19866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48840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34 h 1361288"/>
              <a:gd name="connsiteX1" fmla="*/ 425041 w 762684"/>
              <a:gd name="connsiteY1" fmla="*/ 27274 h 1361288"/>
              <a:gd name="connsiteX2" fmla="*/ 762684 w 762684"/>
              <a:gd name="connsiteY2" fmla="*/ 823818 h 1361288"/>
              <a:gd name="connsiteX3" fmla="*/ 459602 w 762684"/>
              <a:gd name="connsiteY3" fmla="*/ 823818 h 1361288"/>
              <a:gd name="connsiteX4" fmla="*/ 459601 w 762684"/>
              <a:gd name="connsiteY4" fmla="*/ 1283028 h 1361288"/>
              <a:gd name="connsiteX5" fmla="*/ 381341 w 762684"/>
              <a:gd name="connsiteY5" fmla="*/ 1361288 h 1361288"/>
              <a:gd name="connsiteX6" fmla="*/ 381342 w 762684"/>
              <a:gd name="connsiteY6" fmla="*/ 1361287 h 1361288"/>
              <a:gd name="connsiteX7" fmla="*/ 303082 w 762684"/>
              <a:gd name="connsiteY7" fmla="*/ 1283027 h 1361288"/>
              <a:gd name="connsiteX8" fmla="*/ 303082 w 762684"/>
              <a:gd name="connsiteY8" fmla="*/ 823818 h 1361288"/>
              <a:gd name="connsiteX9" fmla="*/ 0 w 762684"/>
              <a:gd name="connsiteY9" fmla="*/ 823818 h 1361288"/>
              <a:gd name="connsiteX10" fmla="*/ 334092 w 762684"/>
              <a:gd name="connsiteY10" fmla="*/ 27275 h 1361288"/>
              <a:gd name="connsiteX11" fmla="*/ 381342 w 762684"/>
              <a:gd name="connsiteY11" fmla="*/ 34 h 1361288"/>
              <a:gd name="connsiteX0" fmla="*/ 381342 w 762684"/>
              <a:gd name="connsiteY0" fmla="*/ 269 h 1361523"/>
              <a:gd name="connsiteX1" fmla="*/ 425041 w 762684"/>
              <a:gd name="connsiteY1" fmla="*/ 27509 h 1361523"/>
              <a:gd name="connsiteX2" fmla="*/ 762684 w 762684"/>
              <a:gd name="connsiteY2" fmla="*/ 824053 h 1361523"/>
              <a:gd name="connsiteX3" fmla="*/ 459602 w 762684"/>
              <a:gd name="connsiteY3" fmla="*/ 824053 h 1361523"/>
              <a:gd name="connsiteX4" fmla="*/ 459601 w 762684"/>
              <a:gd name="connsiteY4" fmla="*/ 1283263 h 1361523"/>
              <a:gd name="connsiteX5" fmla="*/ 381341 w 762684"/>
              <a:gd name="connsiteY5" fmla="*/ 1361523 h 1361523"/>
              <a:gd name="connsiteX6" fmla="*/ 381342 w 762684"/>
              <a:gd name="connsiteY6" fmla="*/ 1361522 h 1361523"/>
              <a:gd name="connsiteX7" fmla="*/ 303082 w 762684"/>
              <a:gd name="connsiteY7" fmla="*/ 1283262 h 1361523"/>
              <a:gd name="connsiteX8" fmla="*/ 303082 w 762684"/>
              <a:gd name="connsiteY8" fmla="*/ 824053 h 1361523"/>
              <a:gd name="connsiteX9" fmla="*/ 0 w 762684"/>
              <a:gd name="connsiteY9" fmla="*/ 824053 h 1361523"/>
              <a:gd name="connsiteX10" fmla="*/ 334092 w 762684"/>
              <a:gd name="connsiteY10" fmla="*/ 27510 h 1361523"/>
              <a:gd name="connsiteX11" fmla="*/ 381342 w 762684"/>
              <a:gd name="connsiteY11" fmla="*/ 269 h 1361523"/>
              <a:gd name="connsiteX0" fmla="*/ 381342 w 762684"/>
              <a:gd name="connsiteY0" fmla="*/ 414 h 1361668"/>
              <a:gd name="connsiteX1" fmla="*/ 425041 w 762684"/>
              <a:gd name="connsiteY1" fmla="*/ 27654 h 1361668"/>
              <a:gd name="connsiteX2" fmla="*/ 762684 w 762684"/>
              <a:gd name="connsiteY2" fmla="*/ 824198 h 1361668"/>
              <a:gd name="connsiteX3" fmla="*/ 459602 w 762684"/>
              <a:gd name="connsiteY3" fmla="*/ 824198 h 1361668"/>
              <a:gd name="connsiteX4" fmla="*/ 459601 w 762684"/>
              <a:gd name="connsiteY4" fmla="*/ 1283408 h 1361668"/>
              <a:gd name="connsiteX5" fmla="*/ 381341 w 762684"/>
              <a:gd name="connsiteY5" fmla="*/ 1361668 h 1361668"/>
              <a:gd name="connsiteX6" fmla="*/ 381342 w 762684"/>
              <a:gd name="connsiteY6" fmla="*/ 1361667 h 1361668"/>
              <a:gd name="connsiteX7" fmla="*/ 303082 w 762684"/>
              <a:gd name="connsiteY7" fmla="*/ 1283407 h 1361668"/>
              <a:gd name="connsiteX8" fmla="*/ 303082 w 762684"/>
              <a:gd name="connsiteY8" fmla="*/ 824198 h 1361668"/>
              <a:gd name="connsiteX9" fmla="*/ 0 w 762684"/>
              <a:gd name="connsiteY9" fmla="*/ 824198 h 1361668"/>
              <a:gd name="connsiteX10" fmla="*/ 334092 w 762684"/>
              <a:gd name="connsiteY10" fmla="*/ 27655 h 1361668"/>
              <a:gd name="connsiteX11" fmla="*/ 381342 w 762684"/>
              <a:gd name="connsiteY11" fmla="*/ 414 h 1361668"/>
              <a:gd name="connsiteX0" fmla="*/ 381342 w 762684"/>
              <a:gd name="connsiteY0" fmla="*/ 414 h 1361668"/>
              <a:gd name="connsiteX1" fmla="*/ 425041 w 762684"/>
              <a:gd name="connsiteY1" fmla="*/ 27654 h 1361668"/>
              <a:gd name="connsiteX2" fmla="*/ 762684 w 762684"/>
              <a:gd name="connsiteY2" fmla="*/ 824198 h 1361668"/>
              <a:gd name="connsiteX3" fmla="*/ 459602 w 762684"/>
              <a:gd name="connsiteY3" fmla="*/ 824198 h 1361668"/>
              <a:gd name="connsiteX4" fmla="*/ 459601 w 762684"/>
              <a:gd name="connsiteY4" fmla="*/ 1283408 h 1361668"/>
              <a:gd name="connsiteX5" fmla="*/ 381341 w 762684"/>
              <a:gd name="connsiteY5" fmla="*/ 1361668 h 1361668"/>
              <a:gd name="connsiteX6" fmla="*/ 381342 w 762684"/>
              <a:gd name="connsiteY6" fmla="*/ 1361667 h 1361668"/>
              <a:gd name="connsiteX7" fmla="*/ 303082 w 762684"/>
              <a:gd name="connsiteY7" fmla="*/ 1283407 h 1361668"/>
              <a:gd name="connsiteX8" fmla="*/ 303082 w 762684"/>
              <a:gd name="connsiteY8" fmla="*/ 824198 h 1361668"/>
              <a:gd name="connsiteX9" fmla="*/ 0 w 762684"/>
              <a:gd name="connsiteY9" fmla="*/ 824198 h 1361668"/>
              <a:gd name="connsiteX10" fmla="*/ 334092 w 762684"/>
              <a:gd name="connsiteY10" fmla="*/ 27655 h 1361668"/>
              <a:gd name="connsiteX11" fmla="*/ 381342 w 762684"/>
              <a:gd name="connsiteY11" fmla="*/ 414 h 1361668"/>
              <a:gd name="connsiteX0" fmla="*/ 381342 w 762684"/>
              <a:gd name="connsiteY0" fmla="*/ 18 h 1361272"/>
              <a:gd name="connsiteX1" fmla="*/ 425041 w 762684"/>
              <a:gd name="connsiteY1" fmla="*/ 27258 h 1361272"/>
              <a:gd name="connsiteX2" fmla="*/ 762684 w 762684"/>
              <a:gd name="connsiteY2" fmla="*/ 823802 h 1361272"/>
              <a:gd name="connsiteX3" fmla="*/ 459602 w 762684"/>
              <a:gd name="connsiteY3" fmla="*/ 823802 h 1361272"/>
              <a:gd name="connsiteX4" fmla="*/ 459601 w 762684"/>
              <a:gd name="connsiteY4" fmla="*/ 1283012 h 1361272"/>
              <a:gd name="connsiteX5" fmla="*/ 381341 w 762684"/>
              <a:gd name="connsiteY5" fmla="*/ 1361272 h 1361272"/>
              <a:gd name="connsiteX6" fmla="*/ 381342 w 762684"/>
              <a:gd name="connsiteY6" fmla="*/ 1361271 h 1361272"/>
              <a:gd name="connsiteX7" fmla="*/ 303082 w 762684"/>
              <a:gd name="connsiteY7" fmla="*/ 1283011 h 1361272"/>
              <a:gd name="connsiteX8" fmla="*/ 303082 w 762684"/>
              <a:gd name="connsiteY8" fmla="*/ 823802 h 1361272"/>
              <a:gd name="connsiteX9" fmla="*/ 0 w 762684"/>
              <a:gd name="connsiteY9" fmla="*/ 823802 h 1361272"/>
              <a:gd name="connsiteX10" fmla="*/ 334092 w 762684"/>
              <a:gd name="connsiteY10" fmla="*/ 27259 h 1361272"/>
              <a:gd name="connsiteX11" fmla="*/ 381342 w 762684"/>
              <a:gd name="connsiteY11" fmla="*/ 18 h 1361272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6750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62684" h="1361254">
                <a:moveTo>
                  <a:pt x="381342" y="0"/>
                </a:moveTo>
                <a:cubicBezTo>
                  <a:pt x="395908" y="1387"/>
                  <a:pt x="412184" y="3630"/>
                  <a:pt x="426750" y="27240"/>
                </a:cubicBezTo>
                <a:lnTo>
                  <a:pt x="762684" y="823784"/>
                </a:lnTo>
                <a:lnTo>
                  <a:pt x="459602" y="823784"/>
                </a:lnTo>
                <a:cubicBezTo>
                  <a:pt x="459602" y="976854"/>
                  <a:pt x="459601" y="1129924"/>
                  <a:pt x="459601" y="1282994"/>
                </a:cubicBezTo>
                <a:cubicBezTo>
                  <a:pt x="459601" y="1326216"/>
                  <a:pt x="424563" y="1361254"/>
                  <a:pt x="381341" y="1361254"/>
                </a:cubicBezTo>
                <a:lnTo>
                  <a:pt x="381342" y="1361253"/>
                </a:lnTo>
                <a:cubicBezTo>
                  <a:pt x="338120" y="1361253"/>
                  <a:pt x="303082" y="1326215"/>
                  <a:pt x="303082" y="1282993"/>
                </a:cubicBezTo>
                <a:lnTo>
                  <a:pt x="303082" y="823784"/>
                </a:lnTo>
                <a:lnTo>
                  <a:pt x="0" y="823784"/>
                </a:lnTo>
                <a:lnTo>
                  <a:pt x="334092" y="27241"/>
                </a:lnTo>
                <a:cubicBezTo>
                  <a:pt x="343005" y="9615"/>
                  <a:pt x="366447" y="533"/>
                  <a:pt x="381342" y="0"/>
                </a:cubicBezTo>
                <a:close/>
              </a:path>
            </a:pathLst>
          </a:custGeom>
          <a:solidFill>
            <a:schemeClr val="bg1"/>
          </a:solidFill>
          <a:ln w="9525">
            <a:solidFill>
              <a:schemeClr val="accent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>
              <a:solidFill>
                <a:schemeClr val="tx1"/>
              </a:solidFill>
            </a:endParaRPr>
          </a:p>
        </p:txBody>
      </p:sp>
      <p:sp>
        <p:nvSpPr>
          <p:cNvPr id="22" name="Pladsholder til dato 3" hidden="1">
            <a:extLst>
              <a:ext uri="{FF2B5EF4-FFF2-40B4-BE49-F238E27FC236}">
                <a16:creationId xmlns:a16="http://schemas.microsoft.com/office/drawing/2014/main" id="{79C6BA40-0A49-7673-45A9-7C4D3541BA0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FA96AD4B-435A-4D0A-87A0-F4000646B7B6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23" name="Pladsholder til sidefod 4" hidden="1">
            <a:extLst>
              <a:ext uri="{FF2B5EF4-FFF2-40B4-BE49-F238E27FC236}">
                <a16:creationId xmlns:a16="http://schemas.microsoft.com/office/drawing/2014/main" id="{F4D4719E-1E3F-B75D-AF75-C575C79D6C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24" name="Pladsholder til slidenummer 5" hidden="1">
            <a:extLst>
              <a:ext uri="{FF2B5EF4-FFF2-40B4-BE49-F238E27FC236}">
                <a16:creationId xmlns:a16="http://schemas.microsoft.com/office/drawing/2014/main" id="{9434FDBC-E923-AFC0-E942-C95672454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7402793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image" Target="../media/image1.emf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itel 1"/>
          <p:cNvSpPr>
            <a:spLocks noGrp="1"/>
          </p:cNvSpPr>
          <p:nvPr>
            <p:ph type="title"/>
          </p:nvPr>
        </p:nvSpPr>
        <p:spPr>
          <a:xfrm>
            <a:off x="588965" y="620714"/>
            <a:ext cx="11012486" cy="86485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3" name="Pladsholder til tekst 2"/>
          <p:cNvSpPr>
            <a:spLocks noGrp="1"/>
          </p:cNvSpPr>
          <p:nvPr>
            <p:ph type="body" idx="1"/>
          </p:nvPr>
        </p:nvSpPr>
        <p:spPr>
          <a:xfrm>
            <a:off x="588964" y="1628775"/>
            <a:ext cx="11012487" cy="46736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a-DK" dirty="0"/>
              <a:t>Klik for at redigere i master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4</a:t>
            </a:r>
          </a:p>
          <a:p>
            <a:pPr lvl="4"/>
            <a:r>
              <a:rPr lang="da-DK" dirty="0"/>
              <a:t>5</a:t>
            </a:r>
          </a:p>
          <a:p>
            <a:pPr lvl="5"/>
            <a:r>
              <a:rPr lang="da-DK" dirty="0"/>
              <a:t>6</a:t>
            </a:r>
          </a:p>
          <a:p>
            <a:pPr lvl="6"/>
            <a:r>
              <a:rPr lang="da-DK" dirty="0"/>
              <a:t>7</a:t>
            </a:r>
          </a:p>
          <a:p>
            <a:pPr lvl="7"/>
            <a:r>
              <a:rPr lang="da-DK" dirty="0"/>
              <a:t>8</a:t>
            </a:r>
          </a:p>
          <a:p>
            <a:pPr lvl="8"/>
            <a:r>
              <a:rPr lang="da-DK" dirty="0"/>
              <a:t>9</a:t>
            </a:r>
          </a:p>
        </p:txBody>
      </p:sp>
      <p:sp>
        <p:nvSpPr>
          <p:cNvPr id="10" name="Rectangle 19">
            <a:extLst>
              <a:ext uri="{FF2B5EF4-FFF2-40B4-BE49-F238E27FC236}">
                <a16:creationId xmlns:a16="http://schemas.microsoft.com/office/drawing/2014/main" id="{AF5BBBEC-8DDA-37BC-3B1E-5DB781A5DDC2}"/>
              </a:ext>
            </a:extLst>
          </p:cNvPr>
          <p:cNvSpPr/>
          <p:nvPr userDrawn="1"/>
        </p:nvSpPr>
        <p:spPr>
          <a:xfrm>
            <a:off x="0" y="0"/>
            <a:ext cx="12192000" cy="332655"/>
          </a:xfrm>
          <a:prstGeom prst="rect">
            <a:avLst/>
          </a:prstGeom>
          <a:gradFill flip="none" rotWithShape="1">
            <a:gsLst>
              <a:gs pos="0">
                <a:srgbClr val="FFFFFF"/>
              </a:gs>
              <a:gs pos="100000">
                <a:srgbClr val="EEEFEE">
                  <a:alpha val="92941"/>
                </a:srgbClr>
              </a:gs>
            </a:gsLst>
            <a:lin ang="5400000" scaled="0"/>
            <a:tileRect/>
          </a:gradFill>
          <a:ln w="381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 rotWithShape="1">
          <a:blip r:embed="rId32"/>
          <a:srcRect l="12043" t="11448" r="17199" b="13844"/>
          <a:stretch/>
        </p:blipFill>
        <p:spPr>
          <a:xfrm>
            <a:off x="335534" y="63578"/>
            <a:ext cx="166516" cy="211296"/>
          </a:xfrm>
          <a:prstGeom prst="rect">
            <a:avLst/>
          </a:prstGeom>
        </p:spPr>
      </p:pic>
      <p:pic>
        <p:nvPicPr>
          <p:cNvPr id="9" name="Picture 27"/>
          <p:cNvPicPr>
            <a:picLocks noChangeAspect="1"/>
          </p:cNvPicPr>
          <p:nvPr userDrawn="1"/>
        </p:nvPicPr>
        <p:blipFill>
          <a:blip r:embed="rId3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698" y="96467"/>
            <a:ext cx="2346641" cy="159521"/>
          </a:xfrm>
          <a:prstGeom prst="rect">
            <a:avLst/>
          </a:prstGeom>
        </p:spPr>
      </p:pic>
      <p:sp>
        <p:nvSpPr>
          <p:cNvPr id="5" name="Pladsholder til sidefod 4"/>
          <p:cNvSpPr>
            <a:spLocks noGrp="1"/>
          </p:cNvSpPr>
          <p:nvPr>
            <p:ph type="ftr" sz="quarter" idx="3"/>
          </p:nvPr>
        </p:nvSpPr>
        <p:spPr>
          <a:xfrm>
            <a:off x="3236495" y="85745"/>
            <a:ext cx="6981162" cy="176797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>
                <a:solidFill>
                  <a:srgbClr val="333333"/>
                </a:solidFill>
              </a:defRPr>
            </a:lvl1pPr>
          </a:lstStyle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4"/>
          </p:nvPr>
        </p:nvSpPr>
        <p:spPr>
          <a:xfrm>
            <a:off x="11219691" y="85745"/>
            <a:ext cx="381759" cy="176797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>
                <a:solidFill>
                  <a:srgbClr val="333333"/>
                </a:solidFill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2"/>
          </p:nvPr>
        </p:nvSpPr>
        <p:spPr>
          <a:xfrm>
            <a:off x="10329111" y="85745"/>
            <a:ext cx="814976" cy="176797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>
                <a:solidFill>
                  <a:srgbClr val="333333"/>
                </a:solidFill>
              </a:defRPr>
            </a:lvl1pPr>
          </a:lstStyle>
          <a:p>
            <a:fld id="{7A056A0C-BA80-48B5-9C35-4A96F80DBB77}" type="datetime1">
              <a:rPr lang="da-DK" smtClean="0"/>
              <a:t>22-04-2026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2036201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59" r:id="rId2"/>
    <p:sldLayoutId id="2147483671" r:id="rId3"/>
    <p:sldLayoutId id="2147483701" r:id="rId4"/>
    <p:sldLayoutId id="2147483674" r:id="rId5"/>
    <p:sldLayoutId id="2147483670" r:id="rId6"/>
    <p:sldLayoutId id="2147483660" r:id="rId7"/>
    <p:sldLayoutId id="2147483662" r:id="rId8"/>
    <p:sldLayoutId id="2147483684" r:id="rId9"/>
    <p:sldLayoutId id="2147483685" r:id="rId10"/>
    <p:sldLayoutId id="2147483664" r:id="rId11"/>
    <p:sldLayoutId id="2147483665" r:id="rId12"/>
    <p:sldLayoutId id="2147483689" r:id="rId13"/>
    <p:sldLayoutId id="2147483702" r:id="rId14"/>
    <p:sldLayoutId id="2147483703" r:id="rId15"/>
    <p:sldLayoutId id="2147483694" r:id="rId16"/>
    <p:sldLayoutId id="2147483692" r:id="rId17"/>
    <p:sldLayoutId id="2147483691" r:id="rId18"/>
    <p:sldLayoutId id="2147483697" r:id="rId19"/>
    <p:sldLayoutId id="2147483704" r:id="rId20"/>
    <p:sldLayoutId id="2147483705" r:id="rId21"/>
    <p:sldLayoutId id="2147483695" r:id="rId22"/>
    <p:sldLayoutId id="2147483698" r:id="rId23"/>
    <p:sldLayoutId id="2147483706" r:id="rId24"/>
    <p:sldLayoutId id="2147483707" r:id="rId25"/>
    <p:sldLayoutId id="2147483708" r:id="rId26"/>
    <p:sldLayoutId id="2147483709" r:id="rId27"/>
    <p:sldLayoutId id="2147483710" r:id="rId28"/>
    <p:sldLayoutId id="2147483693" r:id="rId29"/>
    <p:sldLayoutId id="2147483688" r:id="rId30"/>
  </p:sldLayoutIdLst>
  <p:hf hdr="0" ft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000" b="0" i="0" kern="1200" spc="60" baseline="0">
          <a:solidFill>
            <a:schemeClr val="accent1"/>
          </a:solidFill>
          <a:latin typeface="+mj-lt"/>
          <a:ea typeface="Open Sans Extrabold" panose="020B0606030504020204" pitchFamily="34" charset="0"/>
          <a:cs typeface="Microsoft New Tai Lue" panose="020B0502040204020203" pitchFamily="34" charset="0"/>
        </a:defRPr>
      </a:lvl1pPr>
    </p:titleStyle>
    <p:bodyStyle>
      <a:lvl1pPr marL="360000" indent="-3600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lang="da-DK" sz="2400" b="0" i="0" kern="1200" spc="60" baseline="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1pPr>
      <a:lvl2pPr marL="719138" marR="0" indent="-358775" algn="l" defTabSz="914400" rtl="0" eaLnBrk="1" fontAlgn="auto" latinLnBrk="0" hangingPunct="1">
        <a:lnSpc>
          <a:spcPct val="100000"/>
        </a:lnSpc>
        <a:spcBef>
          <a:spcPts val="500"/>
        </a:spcBef>
        <a:spcAft>
          <a:spcPts val="0"/>
        </a:spcAft>
        <a:buClrTx/>
        <a:buSzTx/>
        <a:buFont typeface="Arial" panose="020B0604020202020204" pitchFamily="34" charset="0"/>
        <a:buChar char="•"/>
        <a:tabLst/>
        <a:defRPr lang="da-DK" sz="2000" b="0" i="0" kern="1200" spc="60" baseline="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2pPr>
      <a:lvl3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baseline="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3pPr>
      <a:lvl4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4pPr>
      <a:lvl5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spc="60" baseline="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5pPr>
      <a:lvl6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6pPr>
      <a:lvl7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7pPr>
      <a:lvl8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8pPr>
      <a:lvl9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391" userDrawn="1">
          <p15:clr>
            <a:srgbClr val="F26B43"/>
          </p15:clr>
        </p15:guide>
        <p15:guide id="4" orient="horz" pos="935" userDrawn="1">
          <p15:clr>
            <a:srgbClr val="F26B43"/>
          </p15:clr>
        </p15:guide>
        <p15:guide id="5" pos="371" userDrawn="1">
          <p15:clr>
            <a:srgbClr val="F26B43"/>
          </p15:clr>
        </p15:guide>
        <p15:guide id="6" pos="7308" userDrawn="1">
          <p15:clr>
            <a:srgbClr val="F26B43"/>
          </p15:clr>
        </p15:guide>
        <p15:guide id="7" orient="horz" pos="1026" userDrawn="1">
          <p15:clr>
            <a:srgbClr val="F26B43"/>
          </p15:clr>
        </p15:guide>
        <p15:guide id="8" orient="horz" pos="397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864A27-B96F-FF49-952F-8EF3F8AAC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270F0-8F8E-46A3-BFFE-96163F9D413B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356401-0EC4-5C4E-B05C-BACA002CF4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pPr/>
              <a:t>1</a:t>
            </a:fld>
            <a:endParaRPr lang="da-DK" dirty="0"/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8EA49827-CE52-FD4B-8399-162D5E1DD02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16" name="Subtitle 15">
            <a:extLst>
              <a:ext uri="{FF2B5EF4-FFF2-40B4-BE49-F238E27FC236}">
                <a16:creationId xmlns:a16="http://schemas.microsoft.com/office/drawing/2014/main" id="{55F9F9FB-61AF-8548-83E5-79EB62A8C86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Seminar: Econometric Models in Financial Applications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2D5F85F-0777-314B-A8CB-A12F7D46B70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a-DK" b="0" dirty="0"/>
              <a:t>Jacob, Frederik og Jamie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1218C83D-C112-3B45-B0BC-99E9475815D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da-DK" sz="3200" b="0" dirty="0" err="1"/>
              <a:t>Volatility</a:t>
            </a:r>
            <a:r>
              <a:rPr lang="da-DK" sz="3200" b="0" dirty="0"/>
              <a:t> and signal </a:t>
            </a:r>
            <a:r>
              <a:rPr lang="da-DK" sz="3200" b="0" dirty="0" err="1"/>
              <a:t>clustering</a:t>
            </a:r>
            <a:r>
              <a:rPr lang="da-DK" sz="3200" b="0" dirty="0"/>
              <a:t> for </a:t>
            </a:r>
            <a:r>
              <a:rPr lang="da-DK" sz="3200" b="0" dirty="0" err="1"/>
              <a:t>optimized</a:t>
            </a:r>
            <a:r>
              <a:rPr lang="da-DK" sz="3200" b="0" dirty="0"/>
              <a:t> asset </a:t>
            </a:r>
            <a:r>
              <a:rPr lang="da-DK" sz="3200" b="0" dirty="0" err="1"/>
              <a:t>allocation</a:t>
            </a:r>
            <a:endParaRPr lang="da-DK" sz="3200" b="0" dirty="0"/>
          </a:p>
        </p:txBody>
      </p:sp>
    </p:spTree>
    <p:extLst>
      <p:ext uri="{BB962C8B-B14F-4D97-AF65-F5344CB8AC3E}">
        <p14:creationId xmlns:p14="http://schemas.microsoft.com/office/powerpoint/2010/main" val="26097627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445D791-CCB3-1E41-9275-846295D53D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Introduction</a:t>
            </a:r>
            <a:endParaRPr lang="da-DK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2A54480-C453-0249-AF66-494D6C8788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/>
              <a:t>Data</a:t>
            </a:r>
          </a:p>
          <a:p>
            <a:r>
              <a:rPr lang="da-DK" dirty="0"/>
              <a:t>Clustering</a:t>
            </a:r>
          </a:p>
          <a:p>
            <a:r>
              <a:rPr lang="da-DK" dirty="0" err="1"/>
              <a:t>Markowitz</a:t>
            </a:r>
            <a:r>
              <a:rPr lang="da-DK" dirty="0"/>
              <a:t> regime </a:t>
            </a:r>
            <a:r>
              <a:rPr lang="da-DK" dirty="0" err="1"/>
              <a:t>weight</a:t>
            </a:r>
            <a:endParaRPr lang="da-DK" dirty="0"/>
          </a:p>
          <a:p>
            <a:r>
              <a:rPr lang="da-DK" dirty="0"/>
              <a:t>Dynamic regime </a:t>
            </a:r>
            <a:r>
              <a:rPr lang="da-DK" dirty="0" err="1"/>
              <a:t>weight</a:t>
            </a:r>
            <a:r>
              <a:rPr lang="da-DK" dirty="0"/>
              <a:t> </a:t>
            </a:r>
            <a:r>
              <a:rPr lang="da-DK" dirty="0" err="1"/>
              <a:t>selection</a:t>
            </a:r>
            <a:endParaRPr lang="da-DK" dirty="0"/>
          </a:p>
          <a:p>
            <a:endParaRPr lang="da-DK" dirty="0"/>
          </a:p>
          <a:p>
            <a:pPr marL="360363" lvl="1" indent="0">
              <a:buNone/>
            </a:pPr>
            <a:endParaRPr lang="da-DK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B3716D6-12A9-6848-9732-186C35C727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FFD22D-F364-4E9E-AF9D-75D698CDD634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A59EDD3-1818-064E-95C1-FCEF1BC9CC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2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0795769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D36AD3-41FF-C9D1-CA4D-0F2725B32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D0F722C9-7148-F195-943E-157F620BC6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4E3BDEFB-178C-CD3A-FBC7-B8008CE9FB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A2488-620E-4717-952D-4163044243D3}" type="datetime1">
              <a:rPr lang="da-DK" smtClean="0"/>
              <a:t>22-04-2026</a:t>
            </a:fld>
            <a:endParaRPr lang="da-DK" dirty="0"/>
          </a:p>
        </p:txBody>
      </p:sp>
      <p:sp>
        <p:nvSpPr>
          <p:cNvPr id="5" name="Pladsholder til slidenummer 4">
            <a:extLst>
              <a:ext uri="{FF2B5EF4-FFF2-40B4-BE49-F238E27FC236}">
                <a16:creationId xmlns:a16="http://schemas.microsoft.com/office/drawing/2014/main" id="{8F943848-5864-ABFC-3E8C-D2CBC32C74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3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81564843"/>
      </p:ext>
    </p:extLst>
  </p:cSld>
  <p:clrMapOvr>
    <a:masterClrMapping/>
  </p:clrMapOvr>
</p:sld>
</file>

<file path=ppt/theme/theme1.xml><?xml version="1.0" encoding="utf-8"?>
<a:theme xmlns:a="http://schemas.openxmlformats.org/drawingml/2006/main" name="Brugerdefineret design">
  <a:themeElements>
    <a:clrScheme name="KU 2023">
      <a:dk1>
        <a:srgbClr val="000000"/>
      </a:dk1>
      <a:lt1>
        <a:srgbClr val="FFFFFF"/>
      </a:lt1>
      <a:dk2>
        <a:srgbClr val="6E6E6E"/>
      </a:dk2>
      <a:lt2>
        <a:srgbClr val="E7E6E6"/>
      </a:lt2>
      <a:accent1>
        <a:srgbClr val="A31D20"/>
      </a:accent1>
      <a:accent2>
        <a:srgbClr val="7B7B7B"/>
      </a:accent2>
      <a:accent3>
        <a:srgbClr val="C73028"/>
      </a:accent3>
      <a:accent4>
        <a:srgbClr val="415570"/>
      </a:accent4>
      <a:accent5>
        <a:srgbClr val="197F8E"/>
      </a:accent5>
      <a:accent6>
        <a:srgbClr val="4B8324"/>
      </a:accent6>
      <a:hlink>
        <a:srgbClr val="A31D20"/>
      </a:hlink>
      <a:folHlink>
        <a:srgbClr val="000000"/>
      </a:folHlink>
    </a:clrScheme>
    <a:fontScheme name="Københavns Universitet">
      <a:majorFont>
        <a:latin typeface="Microsoft New Tai Lue"/>
        <a:ea typeface=""/>
        <a:cs typeface=""/>
      </a:majorFont>
      <a:minorFont>
        <a:latin typeface="Microsoft New Tai Lue"/>
        <a:ea typeface=""/>
        <a:cs typeface="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6350">
          <a:solidFill>
            <a:schemeClr val="accent1"/>
          </a:solidFill>
        </a:ln>
      </a:spPr>
      <a:bodyPr wrap="square" rtlCol="0" anchor="ctr">
        <a:noAutofit/>
      </a:bodyPr>
      <a:lstStyle>
        <a:defPPr algn="l">
          <a:defRPr sz="2400" dirty="0" err="1" smtClean="0">
            <a:solidFill>
              <a:schemeClr val="bg1"/>
            </a:solidFill>
          </a:defRPr>
        </a:defPPr>
      </a:lstStyle>
    </a:spDef>
    <a:txDef>
      <a:spPr/>
      <a:bodyPr vert="horz" wrap="square" lIns="0" tIns="0" rIns="0" bIns="0" rtlCol="0" anchor="t" anchorCtr="0">
        <a:spAutoFit/>
      </a:bodyPr>
      <a:lstStyle>
        <a:defPPr marL="0" marR="0" indent="0" algn="l" defTabSz="914400" rtl="0" eaLnBrk="1" fontAlgn="auto" latinLnBrk="0" hangingPunct="1">
          <a:lnSpc>
            <a:spcPct val="100000"/>
          </a:lnSpc>
          <a:spcBef>
            <a:spcPct val="0"/>
          </a:spcBef>
          <a:spcAft>
            <a:spcPts val="0"/>
          </a:spcAft>
          <a:buClrTx/>
          <a:buSzTx/>
          <a:buFontTx/>
          <a:buNone/>
          <a:tabLst/>
          <a:defRPr sz="2400" b="0" dirty="0" smtClean="0">
            <a:solidFill>
              <a:schemeClr val="tx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16x9_DK_fuld.potx" id="{EB608739-D490-442D-AE39-76A4F2C80253}" vid="{F6657886-CEF1-49A4-9FC9-A572A9EA0F45}"/>
    </a:ext>
  </a:extLst>
</a:theme>
</file>

<file path=ppt/theme/theme2.xml><?xml version="1.0" encoding="utf-8"?>
<a:theme xmlns:a="http://schemas.openxmlformats.org/drawingml/2006/main" name="Office Theme">
  <a:themeElements>
    <a:clrScheme name="KU 2023">
      <a:dk1>
        <a:srgbClr val="000000"/>
      </a:dk1>
      <a:lt1>
        <a:srgbClr val="FFFFFF"/>
      </a:lt1>
      <a:dk2>
        <a:srgbClr val="6E6E6E"/>
      </a:dk2>
      <a:lt2>
        <a:srgbClr val="E7E6E6"/>
      </a:lt2>
      <a:accent1>
        <a:srgbClr val="A31D20"/>
      </a:accent1>
      <a:accent2>
        <a:srgbClr val="7B7B7B"/>
      </a:accent2>
      <a:accent3>
        <a:srgbClr val="C73028"/>
      </a:accent3>
      <a:accent4>
        <a:srgbClr val="415570"/>
      </a:accent4>
      <a:accent5>
        <a:srgbClr val="197F8E"/>
      </a:accent5>
      <a:accent6>
        <a:srgbClr val="4B8324"/>
      </a:accent6>
      <a:hlink>
        <a:srgbClr val="A31D20"/>
      </a:hlink>
      <a:folHlink>
        <a:srgbClr val="000000"/>
      </a:folHlink>
    </a:clrScheme>
    <a:fontScheme name="KU 2023">
      <a:majorFont>
        <a:latin typeface="Microsoft New Tai Lue"/>
        <a:ea typeface=""/>
        <a:cs typeface=""/>
      </a:majorFont>
      <a:minorFont>
        <a:latin typeface="Microsoft New Tai Lu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-tema">
  <a:themeElements>
    <a:clrScheme name="KU 2023">
      <a:dk1>
        <a:srgbClr val="000000"/>
      </a:dk1>
      <a:lt1>
        <a:srgbClr val="FFFFFF"/>
      </a:lt1>
      <a:dk2>
        <a:srgbClr val="6E6E6E"/>
      </a:dk2>
      <a:lt2>
        <a:srgbClr val="E7E6E6"/>
      </a:lt2>
      <a:accent1>
        <a:srgbClr val="A31D20"/>
      </a:accent1>
      <a:accent2>
        <a:srgbClr val="7B7B7B"/>
      </a:accent2>
      <a:accent3>
        <a:srgbClr val="C73028"/>
      </a:accent3>
      <a:accent4>
        <a:srgbClr val="415570"/>
      </a:accent4>
      <a:accent5>
        <a:srgbClr val="197F8E"/>
      </a:accent5>
      <a:accent6>
        <a:srgbClr val="4B8324"/>
      </a:accent6>
      <a:hlink>
        <a:srgbClr val="A31D20"/>
      </a:hlink>
      <a:folHlink>
        <a:srgbClr val="000000"/>
      </a:folHlink>
    </a:clrScheme>
    <a:fontScheme name="KU 2023">
      <a:majorFont>
        <a:latin typeface="Microsoft New Tai Lue"/>
        <a:ea typeface=""/>
        <a:cs typeface=""/>
      </a:majorFont>
      <a:minorFont>
        <a:latin typeface="Microsoft New Tai Lue"/>
        <a:ea typeface=""/>
        <a:cs typeface="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16x9_DK_fuld (1)</Template>
  <TotalTime>338</TotalTime>
  <Words>38</Words>
  <Application>Microsoft Office PowerPoint</Application>
  <PresentationFormat>Widescreen</PresentationFormat>
  <Paragraphs>16</Paragraphs>
  <Slides>3</Slides>
  <Notes>2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3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3</vt:i4>
      </vt:variant>
    </vt:vector>
  </HeadingPairs>
  <TitlesOfParts>
    <vt:vector size="7" baseType="lpstr">
      <vt:lpstr>Arial</vt:lpstr>
      <vt:lpstr>Microsoft New Tai Lue</vt:lpstr>
      <vt:lpstr>Wingdings</vt:lpstr>
      <vt:lpstr>Brugerdefineret design</vt:lpstr>
      <vt:lpstr>PowerPoint-præsentation</vt:lpstr>
      <vt:lpstr>Introduction</vt:lpstr>
      <vt:lpstr>PowerPoint-præsentation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Jacob Broman</dc:creator>
  <cp:lastModifiedBy>Jacob Broman</cp:lastModifiedBy>
  <cp:revision>2</cp:revision>
  <dcterms:created xsi:type="dcterms:W3CDTF">2026-04-21T12:40:18Z</dcterms:created>
  <dcterms:modified xsi:type="dcterms:W3CDTF">2026-04-22T10:36:53Z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 by:">
    <vt:lpwstr>www.omnidocs.com</vt:lpwstr>
  </property>
</Properties>
</file>